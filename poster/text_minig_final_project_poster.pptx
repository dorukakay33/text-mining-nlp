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
  </p:notesMasterIdLst>
  <p:sldIdLst>
    <p:sldId id="256" r:id="rId2"/>
  </p:sldIdLst>
  <p:sldSz cx="21383625" cy="3027521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9536">
          <p15:clr>
            <a:srgbClr val="747775"/>
          </p15:clr>
        </p15:guide>
        <p15:guide id="2" pos="6735">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 roundtripDataSignature="AMtx7mg+OMaGxR5V2LwzWyESmQ6zCVOIi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4B07278-900C-43CA-BA69-879B65E23405}">
  <a:tblStyle styleId="{24B07278-900C-43CA-BA69-879B65E2340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94"/>
  </p:normalViewPr>
  <p:slideViewPr>
    <p:cSldViewPr snapToGrid="0">
      <p:cViewPr>
        <p:scale>
          <a:sx n="63" d="100"/>
          <a:sy n="63" d="100"/>
        </p:scale>
        <p:origin x="632" y="144"/>
      </p:cViewPr>
      <p:guideLst>
        <p:guide orient="horz" pos="9536"/>
        <p:guide pos="673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customschemas.google.com/relationships/presentationmetadata" Target="metadata"/><Relationship Id="rId3"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11" Type="http://schemas.openxmlformats.org/officeDocument/2006/relationships/theme" Target="theme/theme1.xml"/><Relationship Id="rId10" Type="http://schemas.openxmlformats.org/officeDocument/2006/relationships/viewProps" Target="viewProps.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218362" y="685800"/>
            <a:ext cx="24219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2217738" y="685800"/>
            <a:ext cx="24225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3"/>
          <p:cNvSpPr txBox="1">
            <a:spLocks noGrp="1"/>
          </p:cNvSpPr>
          <p:nvPr>
            <p:ph type="ctrTitle"/>
          </p:nvPr>
        </p:nvSpPr>
        <p:spPr>
          <a:xfrm>
            <a:off x="728956" y="4382765"/>
            <a:ext cx="19926300" cy="12081900"/>
          </a:xfrm>
          <a:prstGeom prst="rect">
            <a:avLst/>
          </a:prstGeom>
          <a:noFill/>
          <a:ln>
            <a:noFill/>
          </a:ln>
        </p:spPr>
        <p:txBody>
          <a:bodyPr spcFirstLastPara="1" wrap="square" lIns="328500" tIns="328500" rIns="328500" bIns="328500" anchor="b" anchorCtr="0">
            <a:normAutofit/>
          </a:bodyPr>
          <a:lstStyle>
            <a:lvl1pPr lvl="0" algn="ctr">
              <a:lnSpc>
                <a:spcPct val="100000"/>
              </a:lnSpc>
              <a:spcBef>
                <a:spcPts val="0"/>
              </a:spcBef>
              <a:spcAft>
                <a:spcPts val="0"/>
              </a:spcAft>
              <a:buSzPts val="18700"/>
              <a:buNone/>
              <a:defRPr sz="18700"/>
            </a:lvl1pPr>
            <a:lvl2pPr lvl="1" algn="ctr">
              <a:lnSpc>
                <a:spcPct val="100000"/>
              </a:lnSpc>
              <a:spcBef>
                <a:spcPts val="0"/>
              </a:spcBef>
              <a:spcAft>
                <a:spcPts val="0"/>
              </a:spcAft>
              <a:buSzPts val="18700"/>
              <a:buNone/>
              <a:defRPr sz="18700"/>
            </a:lvl2pPr>
            <a:lvl3pPr lvl="2" algn="ctr">
              <a:lnSpc>
                <a:spcPct val="100000"/>
              </a:lnSpc>
              <a:spcBef>
                <a:spcPts val="0"/>
              </a:spcBef>
              <a:spcAft>
                <a:spcPts val="0"/>
              </a:spcAft>
              <a:buSzPts val="18700"/>
              <a:buNone/>
              <a:defRPr sz="18700"/>
            </a:lvl3pPr>
            <a:lvl4pPr lvl="3" algn="ctr">
              <a:lnSpc>
                <a:spcPct val="100000"/>
              </a:lnSpc>
              <a:spcBef>
                <a:spcPts val="0"/>
              </a:spcBef>
              <a:spcAft>
                <a:spcPts val="0"/>
              </a:spcAft>
              <a:buSzPts val="18700"/>
              <a:buNone/>
              <a:defRPr sz="18700"/>
            </a:lvl4pPr>
            <a:lvl5pPr lvl="4" algn="ctr">
              <a:lnSpc>
                <a:spcPct val="100000"/>
              </a:lnSpc>
              <a:spcBef>
                <a:spcPts val="0"/>
              </a:spcBef>
              <a:spcAft>
                <a:spcPts val="0"/>
              </a:spcAft>
              <a:buSzPts val="18700"/>
              <a:buNone/>
              <a:defRPr sz="18700"/>
            </a:lvl5pPr>
            <a:lvl6pPr lvl="5" algn="ctr">
              <a:lnSpc>
                <a:spcPct val="100000"/>
              </a:lnSpc>
              <a:spcBef>
                <a:spcPts val="0"/>
              </a:spcBef>
              <a:spcAft>
                <a:spcPts val="0"/>
              </a:spcAft>
              <a:buSzPts val="18700"/>
              <a:buNone/>
              <a:defRPr sz="18700"/>
            </a:lvl6pPr>
            <a:lvl7pPr lvl="6" algn="ctr">
              <a:lnSpc>
                <a:spcPct val="100000"/>
              </a:lnSpc>
              <a:spcBef>
                <a:spcPts val="0"/>
              </a:spcBef>
              <a:spcAft>
                <a:spcPts val="0"/>
              </a:spcAft>
              <a:buSzPts val="18700"/>
              <a:buNone/>
              <a:defRPr sz="18700"/>
            </a:lvl7pPr>
            <a:lvl8pPr lvl="7" algn="ctr">
              <a:lnSpc>
                <a:spcPct val="100000"/>
              </a:lnSpc>
              <a:spcBef>
                <a:spcPts val="0"/>
              </a:spcBef>
              <a:spcAft>
                <a:spcPts val="0"/>
              </a:spcAft>
              <a:buSzPts val="18700"/>
              <a:buNone/>
              <a:defRPr sz="18700"/>
            </a:lvl8pPr>
            <a:lvl9pPr lvl="8" algn="ctr">
              <a:lnSpc>
                <a:spcPct val="100000"/>
              </a:lnSpc>
              <a:spcBef>
                <a:spcPts val="0"/>
              </a:spcBef>
              <a:spcAft>
                <a:spcPts val="0"/>
              </a:spcAft>
              <a:buSzPts val="18700"/>
              <a:buNone/>
              <a:defRPr sz="18700"/>
            </a:lvl9pPr>
          </a:lstStyle>
          <a:p>
            <a:endParaRPr/>
          </a:p>
        </p:txBody>
      </p:sp>
      <p:sp>
        <p:nvSpPr>
          <p:cNvPr id="11" name="Google Shape;11;p3"/>
          <p:cNvSpPr txBox="1">
            <a:spLocks noGrp="1"/>
          </p:cNvSpPr>
          <p:nvPr>
            <p:ph type="subTitle" idx="1"/>
          </p:nvPr>
        </p:nvSpPr>
        <p:spPr>
          <a:xfrm>
            <a:off x="728936" y="16682409"/>
            <a:ext cx="19926300" cy="4665300"/>
          </a:xfrm>
          <a:prstGeom prst="rect">
            <a:avLst/>
          </a:prstGeom>
          <a:noFill/>
          <a:ln>
            <a:noFill/>
          </a:ln>
        </p:spPr>
        <p:txBody>
          <a:bodyPr spcFirstLastPara="1" wrap="square" lIns="328500" tIns="328500" rIns="328500" bIns="328500" anchor="t" anchorCtr="0">
            <a:normAutofit/>
          </a:bodyPr>
          <a:lstStyle>
            <a:lvl1pPr lvl="0" algn="ctr">
              <a:lnSpc>
                <a:spcPct val="100000"/>
              </a:lnSpc>
              <a:spcBef>
                <a:spcPts val="0"/>
              </a:spcBef>
              <a:spcAft>
                <a:spcPts val="0"/>
              </a:spcAft>
              <a:buSzPts val="10100"/>
              <a:buNone/>
              <a:defRPr sz="10100"/>
            </a:lvl1pPr>
            <a:lvl2pPr lvl="1" algn="ctr">
              <a:lnSpc>
                <a:spcPct val="100000"/>
              </a:lnSpc>
              <a:spcBef>
                <a:spcPts val="0"/>
              </a:spcBef>
              <a:spcAft>
                <a:spcPts val="0"/>
              </a:spcAft>
              <a:buSzPts val="10100"/>
              <a:buNone/>
              <a:defRPr sz="10100"/>
            </a:lvl2pPr>
            <a:lvl3pPr lvl="2" algn="ctr">
              <a:lnSpc>
                <a:spcPct val="100000"/>
              </a:lnSpc>
              <a:spcBef>
                <a:spcPts val="0"/>
              </a:spcBef>
              <a:spcAft>
                <a:spcPts val="0"/>
              </a:spcAft>
              <a:buSzPts val="10100"/>
              <a:buNone/>
              <a:defRPr sz="10100"/>
            </a:lvl3pPr>
            <a:lvl4pPr lvl="3" algn="ctr">
              <a:lnSpc>
                <a:spcPct val="100000"/>
              </a:lnSpc>
              <a:spcBef>
                <a:spcPts val="0"/>
              </a:spcBef>
              <a:spcAft>
                <a:spcPts val="0"/>
              </a:spcAft>
              <a:buSzPts val="10100"/>
              <a:buNone/>
              <a:defRPr sz="10100"/>
            </a:lvl4pPr>
            <a:lvl5pPr lvl="4" algn="ctr">
              <a:lnSpc>
                <a:spcPct val="100000"/>
              </a:lnSpc>
              <a:spcBef>
                <a:spcPts val="0"/>
              </a:spcBef>
              <a:spcAft>
                <a:spcPts val="0"/>
              </a:spcAft>
              <a:buSzPts val="10100"/>
              <a:buNone/>
              <a:defRPr sz="10100"/>
            </a:lvl5pPr>
            <a:lvl6pPr lvl="5" algn="ctr">
              <a:lnSpc>
                <a:spcPct val="100000"/>
              </a:lnSpc>
              <a:spcBef>
                <a:spcPts val="0"/>
              </a:spcBef>
              <a:spcAft>
                <a:spcPts val="0"/>
              </a:spcAft>
              <a:buSzPts val="10100"/>
              <a:buNone/>
              <a:defRPr sz="10100"/>
            </a:lvl6pPr>
            <a:lvl7pPr lvl="6" algn="ctr">
              <a:lnSpc>
                <a:spcPct val="100000"/>
              </a:lnSpc>
              <a:spcBef>
                <a:spcPts val="0"/>
              </a:spcBef>
              <a:spcAft>
                <a:spcPts val="0"/>
              </a:spcAft>
              <a:buSzPts val="10100"/>
              <a:buNone/>
              <a:defRPr sz="10100"/>
            </a:lvl7pPr>
            <a:lvl8pPr lvl="7" algn="ctr">
              <a:lnSpc>
                <a:spcPct val="100000"/>
              </a:lnSpc>
              <a:spcBef>
                <a:spcPts val="0"/>
              </a:spcBef>
              <a:spcAft>
                <a:spcPts val="0"/>
              </a:spcAft>
              <a:buSzPts val="10100"/>
              <a:buNone/>
              <a:defRPr sz="10100"/>
            </a:lvl8pPr>
            <a:lvl9pPr lvl="8" algn="ctr">
              <a:lnSpc>
                <a:spcPct val="100000"/>
              </a:lnSpc>
              <a:spcBef>
                <a:spcPts val="0"/>
              </a:spcBef>
              <a:spcAft>
                <a:spcPts val="0"/>
              </a:spcAft>
              <a:buSzPts val="10100"/>
              <a:buNone/>
              <a:defRPr sz="10100"/>
            </a:lvl9pPr>
          </a:lstStyle>
          <a:p>
            <a:endParaRPr/>
          </a:p>
        </p:txBody>
      </p:sp>
      <p:sp>
        <p:nvSpPr>
          <p:cNvPr id="12" name="Google Shape;12;p3"/>
          <p:cNvSpPr txBox="1">
            <a:spLocks noGrp="1"/>
          </p:cNvSpPr>
          <p:nvPr>
            <p:ph type="sldNum" idx="12"/>
          </p:nvPr>
        </p:nvSpPr>
        <p:spPr>
          <a:xfrm>
            <a:off x="19813543" y="27448926"/>
            <a:ext cx="1283100" cy="2316900"/>
          </a:xfrm>
          <a:prstGeom prst="rect">
            <a:avLst/>
          </a:prstGeom>
          <a:noFill/>
          <a:ln>
            <a:noFill/>
          </a:ln>
        </p:spPr>
        <p:txBody>
          <a:bodyPr spcFirstLastPara="1" wrap="square" lIns="328500" tIns="328500" rIns="328500" bIns="328500" anchor="ctr" anchorCtr="0">
            <a:norm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4"/>
          <p:cNvSpPr txBox="1">
            <a:spLocks noGrp="1"/>
          </p:cNvSpPr>
          <p:nvPr>
            <p:ph type="title"/>
          </p:nvPr>
        </p:nvSpPr>
        <p:spPr>
          <a:xfrm>
            <a:off x="728936" y="12660471"/>
            <a:ext cx="19926300" cy="4955100"/>
          </a:xfrm>
          <a:prstGeom prst="rect">
            <a:avLst/>
          </a:prstGeom>
          <a:noFill/>
          <a:ln>
            <a:noFill/>
          </a:ln>
        </p:spPr>
        <p:txBody>
          <a:bodyPr spcFirstLastPara="1" wrap="square" lIns="328500" tIns="328500" rIns="328500" bIns="328500" anchor="ctr" anchorCtr="0">
            <a:normAutofit/>
          </a:bodyPr>
          <a:lstStyle>
            <a:lvl1pPr lvl="0" algn="ctr">
              <a:lnSpc>
                <a:spcPct val="100000"/>
              </a:lnSpc>
              <a:spcBef>
                <a:spcPts val="0"/>
              </a:spcBef>
              <a:spcAft>
                <a:spcPts val="0"/>
              </a:spcAft>
              <a:buSzPts val="12900"/>
              <a:buNone/>
              <a:defRPr sz="12900"/>
            </a:lvl1pPr>
            <a:lvl2pPr lvl="1" algn="ctr">
              <a:lnSpc>
                <a:spcPct val="100000"/>
              </a:lnSpc>
              <a:spcBef>
                <a:spcPts val="0"/>
              </a:spcBef>
              <a:spcAft>
                <a:spcPts val="0"/>
              </a:spcAft>
              <a:buSzPts val="12900"/>
              <a:buNone/>
              <a:defRPr sz="12900"/>
            </a:lvl2pPr>
            <a:lvl3pPr lvl="2" algn="ctr">
              <a:lnSpc>
                <a:spcPct val="100000"/>
              </a:lnSpc>
              <a:spcBef>
                <a:spcPts val="0"/>
              </a:spcBef>
              <a:spcAft>
                <a:spcPts val="0"/>
              </a:spcAft>
              <a:buSzPts val="12900"/>
              <a:buNone/>
              <a:defRPr sz="12900"/>
            </a:lvl3pPr>
            <a:lvl4pPr lvl="3" algn="ctr">
              <a:lnSpc>
                <a:spcPct val="100000"/>
              </a:lnSpc>
              <a:spcBef>
                <a:spcPts val="0"/>
              </a:spcBef>
              <a:spcAft>
                <a:spcPts val="0"/>
              </a:spcAft>
              <a:buSzPts val="12900"/>
              <a:buNone/>
              <a:defRPr sz="12900"/>
            </a:lvl4pPr>
            <a:lvl5pPr lvl="4" algn="ctr">
              <a:lnSpc>
                <a:spcPct val="100000"/>
              </a:lnSpc>
              <a:spcBef>
                <a:spcPts val="0"/>
              </a:spcBef>
              <a:spcAft>
                <a:spcPts val="0"/>
              </a:spcAft>
              <a:buSzPts val="12900"/>
              <a:buNone/>
              <a:defRPr sz="12900"/>
            </a:lvl5pPr>
            <a:lvl6pPr lvl="5" algn="ctr">
              <a:lnSpc>
                <a:spcPct val="100000"/>
              </a:lnSpc>
              <a:spcBef>
                <a:spcPts val="0"/>
              </a:spcBef>
              <a:spcAft>
                <a:spcPts val="0"/>
              </a:spcAft>
              <a:buSzPts val="12900"/>
              <a:buNone/>
              <a:defRPr sz="12900"/>
            </a:lvl6pPr>
            <a:lvl7pPr lvl="6" algn="ctr">
              <a:lnSpc>
                <a:spcPct val="100000"/>
              </a:lnSpc>
              <a:spcBef>
                <a:spcPts val="0"/>
              </a:spcBef>
              <a:spcAft>
                <a:spcPts val="0"/>
              </a:spcAft>
              <a:buSzPts val="12900"/>
              <a:buNone/>
              <a:defRPr sz="12900"/>
            </a:lvl7pPr>
            <a:lvl8pPr lvl="7" algn="ctr">
              <a:lnSpc>
                <a:spcPct val="100000"/>
              </a:lnSpc>
              <a:spcBef>
                <a:spcPts val="0"/>
              </a:spcBef>
              <a:spcAft>
                <a:spcPts val="0"/>
              </a:spcAft>
              <a:buSzPts val="12900"/>
              <a:buNone/>
              <a:defRPr sz="12900"/>
            </a:lvl8pPr>
            <a:lvl9pPr lvl="8" algn="ctr">
              <a:lnSpc>
                <a:spcPct val="100000"/>
              </a:lnSpc>
              <a:spcBef>
                <a:spcPts val="0"/>
              </a:spcBef>
              <a:spcAft>
                <a:spcPts val="0"/>
              </a:spcAft>
              <a:buSzPts val="12900"/>
              <a:buNone/>
              <a:defRPr sz="12900"/>
            </a:lvl9pPr>
          </a:lstStyle>
          <a:p>
            <a:endParaRPr/>
          </a:p>
        </p:txBody>
      </p:sp>
      <p:sp>
        <p:nvSpPr>
          <p:cNvPr id="15" name="Google Shape;15;p4"/>
          <p:cNvSpPr txBox="1">
            <a:spLocks noGrp="1"/>
          </p:cNvSpPr>
          <p:nvPr>
            <p:ph type="sldNum" idx="12"/>
          </p:nvPr>
        </p:nvSpPr>
        <p:spPr>
          <a:xfrm>
            <a:off x="19813543" y="27448926"/>
            <a:ext cx="1283100" cy="2316900"/>
          </a:xfrm>
          <a:prstGeom prst="rect">
            <a:avLst/>
          </a:prstGeom>
          <a:noFill/>
          <a:ln>
            <a:noFill/>
          </a:ln>
        </p:spPr>
        <p:txBody>
          <a:bodyPr spcFirstLastPara="1" wrap="square" lIns="328500" tIns="328500" rIns="328500" bIns="328500" anchor="ctr" anchorCtr="0">
            <a:norm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5"/>
          <p:cNvSpPr txBox="1">
            <a:spLocks noGrp="1"/>
          </p:cNvSpPr>
          <p:nvPr>
            <p:ph type="title"/>
          </p:nvPr>
        </p:nvSpPr>
        <p:spPr>
          <a:xfrm>
            <a:off x="728936" y="2619535"/>
            <a:ext cx="19926300" cy="3371100"/>
          </a:xfrm>
          <a:prstGeom prst="rect">
            <a:avLst/>
          </a:prstGeom>
          <a:noFill/>
          <a:ln>
            <a:noFill/>
          </a:ln>
        </p:spPr>
        <p:txBody>
          <a:bodyPr spcFirstLastPara="1" wrap="square" lIns="328500" tIns="328500" rIns="328500" bIns="328500" anchor="t" anchorCtr="0">
            <a:normAutofit/>
          </a:bodyPr>
          <a:lstStyle>
            <a:lvl1pPr lvl="0" algn="l">
              <a:lnSpc>
                <a:spcPct val="100000"/>
              </a:lnSpc>
              <a:spcBef>
                <a:spcPts val="0"/>
              </a:spcBef>
              <a:spcAft>
                <a:spcPts val="0"/>
              </a:spcAft>
              <a:buSzPts val="10100"/>
              <a:buNone/>
              <a:defRPr/>
            </a:lvl1pPr>
            <a:lvl2pPr lvl="1" algn="l">
              <a:lnSpc>
                <a:spcPct val="100000"/>
              </a:lnSpc>
              <a:spcBef>
                <a:spcPts val="0"/>
              </a:spcBef>
              <a:spcAft>
                <a:spcPts val="0"/>
              </a:spcAft>
              <a:buSzPts val="10100"/>
              <a:buNone/>
              <a:defRPr/>
            </a:lvl2pPr>
            <a:lvl3pPr lvl="2" algn="l">
              <a:lnSpc>
                <a:spcPct val="100000"/>
              </a:lnSpc>
              <a:spcBef>
                <a:spcPts val="0"/>
              </a:spcBef>
              <a:spcAft>
                <a:spcPts val="0"/>
              </a:spcAft>
              <a:buSzPts val="10100"/>
              <a:buNone/>
              <a:defRPr/>
            </a:lvl3pPr>
            <a:lvl4pPr lvl="3" algn="l">
              <a:lnSpc>
                <a:spcPct val="100000"/>
              </a:lnSpc>
              <a:spcBef>
                <a:spcPts val="0"/>
              </a:spcBef>
              <a:spcAft>
                <a:spcPts val="0"/>
              </a:spcAft>
              <a:buSzPts val="10100"/>
              <a:buNone/>
              <a:defRPr/>
            </a:lvl4pPr>
            <a:lvl5pPr lvl="4" algn="l">
              <a:lnSpc>
                <a:spcPct val="100000"/>
              </a:lnSpc>
              <a:spcBef>
                <a:spcPts val="0"/>
              </a:spcBef>
              <a:spcAft>
                <a:spcPts val="0"/>
              </a:spcAft>
              <a:buSzPts val="10100"/>
              <a:buNone/>
              <a:defRPr/>
            </a:lvl5pPr>
            <a:lvl6pPr lvl="5" algn="l">
              <a:lnSpc>
                <a:spcPct val="100000"/>
              </a:lnSpc>
              <a:spcBef>
                <a:spcPts val="0"/>
              </a:spcBef>
              <a:spcAft>
                <a:spcPts val="0"/>
              </a:spcAft>
              <a:buSzPts val="10100"/>
              <a:buNone/>
              <a:defRPr/>
            </a:lvl6pPr>
            <a:lvl7pPr lvl="6" algn="l">
              <a:lnSpc>
                <a:spcPct val="100000"/>
              </a:lnSpc>
              <a:spcBef>
                <a:spcPts val="0"/>
              </a:spcBef>
              <a:spcAft>
                <a:spcPts val="0"/>
              </a:spcAft>
              <a:buSzPts val="10100"/>
              <a:buNone/>
              <a:defRPr/>
            </a:lvl7pPr>
            <a:lvl8pPr lvl="7" algn="l">
              <a:lnSpc>
                <a:spcPct val="100000"/>
              </a:lnSpc>
              <a:spcBef>
                <a:spcPts val="0"/>
              </a:spcBef>
              <a:spcAft>
                <a:spcPts val="0"/>
              </a:spcAft>
              <a:buSzPts val="10100"/>
              <a:buNone/>
              <a:defRPr/>
            </a:lvl8pPr>
            <a:lvl9pPr lvl="8" algn="l">
              <a:lnSpc>
                <a:spcPct val="100000"/>
              </a:lnSpc>
              <a:spcBef>
                <a:spcPts val="0"/>
              </a:spcBef>
              <a:spcAft>
                <a:spcPts val="0"/>
              </a:spcAft>
              <a:buSzPts val="10100"/>
              <a:buNone/>
              <a:defRPr/>
            </a:lvl9pPr>
          </a:lstStyle>
          <a:p>
            <a:endParaRPr/>
          </a:p>
        </p:txBody>
      </p:sp>
      <p:sp>
        <p:nvSpPr>
          <p:cNvPr id="18" name="Google Shape;18;p5"/>
          <p:cNvSpPr txBox="1">
            <a:spLocks noGrp="1"/>
          </p:cNvSpPr>
          <p:nvPr>
            <p:ph type="body" idx="1"/>
          </p:nvPr>
        </p:nvSpPr>
        <p:spPr>
          <a:xfrm>
            <a:off x="728936" y="6783772"/>
            <a:ext cx="19926300" cy="20109600"/>
          </a:xfrm>
          <a:prstGeom prst="rect">
            <a:avLst/>
          </a:prstGeom>
          <a:noFill/>
          <a:ln>
            <a:noFill/>
          </a:ln>
        </p:spPr>
        <p:txBody>
          <a:bodyPr spcFirstLastPara="1" wrap="square" lIns="328500" tIns="328500" rIns="328500" bIns="328500" anchor="t" anchorCtr="0">
            <a:normAutofit/>
          </a:bodyPr>
          <a:lstStyle>
            <a:lvl1pPr marL="457200" lvl="0" indent="-641350" algn="l">
              <a:lnSpc>
                <a:spcPct val="115000"/>
              </a:lnSpc>
              <a:spcBef>
                <a:spcPts val="0"/>
              </a:spcBef>
              <a:spcAft>
                <a:spcPts val="0"/>
              </a:spcAft>
              <a:buSzPts val="6500"/>
              <a:buChar char="●"/>
              <a:defRPr/>
            </a:lvl1pPr>
            <a:lvl2pPr marL="914400" lvl="1" indent="-546100" algn="l">
              <a:lnSpc>
                <a:spcPct val="115000"/>
              </a:lnSpc>
              <a:spcBef>
                <a:spcPts val="0"/>
              </a:spcBef>
              <a:spcAft>
                <a:spcPts val="0"/>
              </a:spcAft>
              <a:buSzPts val="5000"/>
              <a:buChar char="○"/>
              <a:defRPr/>
            </a:lvl2pPr>
            <a:lvl3pPr marL="1371600" lvl="2" indent="-546100" algn="l">
              <a:lnSpc>
                <a:spcPct val="115000"/>
              </a:lnSpc>
              <a:spcBef>
                <a:spcPts val="0"/>
              </a:spcBef>
              <a:spcAft>
                <a:spcPts val="0"/>
              </a:spcAft>
              <a:buSzPts val="5000"/>
              <a:buChar char="■"/>
              <a:defRPr/>
            </a:lvl3pPr>
            <a:lvl4pPr marL="1828800" lvl="3" indent="-546100" algn="l">
              <a:lnSpc>
                <a:spcPct val="115000"/>
              </a:lnSpc>
              <a:spcBef>
                <a:spcPts val="0"/>
              </a:spcBef>
              <a:spcAft>
                <a:spcPts val="0"/>
              </a:spcAft>
              <a:buSzPts val="5000"/>
              <a:buChar char="●"/>
              <a:defRPr/>
            </a:lvl4pPr>
            <a:lvl5pPr marL="2286000" lvl="4" indent="-546100" algn="l">
              <a:lnSpc>
                <a:spcPct val="115000"/>
              </a:lnSpc>
              <a:spcBef>
                <a:spcPts val="0"/>
              </a:spcBef>
              <a:spcAft>
                <a:spcPts val="0"/>
              </a:spcAft>
              <a:buSzPts val="5000"/>
              <a:buChar char="○"/>
              <a:defRPr/>
            </a:lvl5pPr>
            <a:lvl6pPr marL="2743200" lvl="5" indent="-546100" algn="l">
              <a:lnSpc>
                <a:spcPct val="115000"/>
              </a:lnSpc>
              <a:spcBef>
                <a:spcPts val="0"/>
              </a:spcBef>
              <a:spcAft>
                <a:spcPts val="0"/>
              </a:spcAft>
              <a:buSzPts val="5000"/>
              <a:buChar char="■"/>
              <a:defRPr/>
            </a:lvl6pPr>
            <a:lvl7pPr marL="3200400" lvl="6" indent="-546100" algn="l">
              <a:lnSpc>
                <a:spcPct val="115000"/>
              </a:lnSpc>
              <a:spcBef>
                <a:spcPts val="0"/>
              </a:spcBef>
              <a:spcAft>
                <a:spcPts val="0"/>
              </a:spcAft>
              <a:buSzPts val="5000"/>
              <a:buChar char="●"/>
              <a:defRPr/>
            </a:lvl7pPr>
            <a:lvl8pPr marL="3657600" lvl="7" indent="-546100" algn="l">
              <a:lnSpc>
                <a:spcPct val="115000"/>
              </a:lnSpc>
              <a:spcBef>
                <a:spcPts val="0"/>
              </a:spcBef>
              <a:spcAft>
                <a:spcPts val="0"/>
              </a:spcAft>
              <a:buSzPts val="5000"/>
              <a:buChar char="○"/>
              <a:defRPr/>
            </a:lvl8pPr>
            <a:lvl9pPr marL="4114800" lvl="8" indent="-546100" algn="l">
              <a:lnSpc>
                <a:spcPct val="115000"/>
              </a:lnSpc>
              <a:spcBef>
                <a:spcPts val="0"/>
              </a:spcBef>
              <a:spcAft>
                <a:spcPts val="0"/>
              </a:spcAft>
              <a:buSzPts val="5000"/>
              <a:buChar char="■"/>
              <a:defRPr/>
            </a:lvl9pPr>
          </a:lstStyle>
          <a:p>
            <a:endParaRPr/>
          </a:p>
        </p:txBody>
      </p:sp>
      <p:sp>
        <p:nvSpPr>
          <p:cNvPr id="19" name="Google Shape;19;p5"/>
          <p:cNvSpPr txBox="1">
            <a:spLocks noGrp="1"/>
          </p:cNvSpPr>
          <p:nvPr>
            <p:ph type="sldNum" idx="12"/>
          </p:nvPr>
        </p:nvSpPr>
        <p:spPr>
          <a:xfrm>
            <a:off x="19813543" y="27448926"/>
            <a:ext cx="1283100" cy="2316900"/>
          </a:xfrm>
          <a:prstGeom prst="rect">
            <a:avLst/>
          </a:prstGeom>
          <a:noFill/>
          <a:ln>
            <a:noFill/>
          </a:ln>
        </p:spPr>
        <p:txBody>
          <a:bodyPr spcFirstLastPara="1" wrap="square" lIns="328500" tIns="328500" rIns="328500" bIns="328500" anchor="ctr" anchorCtr="0">
            <a:norm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6"/>
          <p:cNvSpPr txBox="1">
            <a:spLocks noGrp="1"/>
          </p:cNvSpPr>
          <p:nvPr>
            <p:ph type="title"/>
          </p:nvPr>
        </p:nvSpPr>
        <p:spPr>
          <a:xfrm>
            <a:off x="728936" y="2619535"/>
            <a:ext cx="19926300" cy="3371100"/>
          </a:xfrm>
          <a:prstGeom prst="rect">
            <a:avLst/>
          </a:prstGeom>
          <a:noFill/>
          <a:ln>
            <a:noFill/>
          </a:ln>
        </p:spPr>
        <p:txBody>
          <a:bodyPr spcFirstLastPara="1" wrap="square" lIns="328500" tIns="328500" rIns="328500" bIns="328500" anchor="t" anchorCtr="0">
            <a:normAutofit/>
          </a:bodyPr>
          <a:lstStyle>
            <a:lvl1pPr lvl="0" algn="l">
              <a:lnSpc>
                <a:spcPct val="100000"/>
              </a:lnSpc>
              <a:spcBef>
                <a:spcPts val="0"/>
              </a:spcBef>
              <a:spcAft>
                <a:spcPts val="0"/>
              </a:spcAft>
              <a:buSzPts val="10100"/>
              <a:buNone/>
              <a:defRPr/>
            </a:lvl1pPr>
            <a:lvl2pPr lvl="1" algn="l">
              <a:lnSpc>
                <a:spcPct val="100000"/>
              </a:lnSpc>
              <a:spcBef>
                <a:spcPts val="0"/>
              </a:spcBef>
              <a:spcAft>
                <a:spcPts val="0"/>
              </a:spcAft>
              <a:buSzPts val="10100"/>
              <a:buNone/>
              <a:defRPr/>
            </a:lvl2pPr>
            <a:lvl3pPr lvl="2" algn="l">
              <a:lnSpc>
                <a:spcPct val="100000"/>
              </a:lnSpc>
              <a:spcBef>
                <a:spcPts val="0"/>
              </a:spcBef>
              <a:spcAft>
                <a:spcPts val="0"/>
              </a:spcAft>
              <a:buSzPts val="10100"/>
              <a:buNone/>
              <a:defRPr/>
            </a:lvl3pPr>
            <a:lvl4pPr lvl="3" algn="l">
              <a:lnSpc>
                <a:spcPct val="100000"/>
              </a:lnSpc>
              <a:spcBef>
                <a:spcPts val="0"/>
              </a:spcBef>
              <a:spcAft>
                <a:spcPts val="0"/>
              </a:spcAft>
              <a:buSzPts val="10100"/>
              <a:buNone/>
              <a:defRPr/>
            </a:lvl4pPr>
            <a:lvl5pPr lvl="4" algn="l">
              <a:lnSpc>
                <a:spcPct val="100000"/>
              </a:lnSpc>
              <a:spcBef>
                <a:spcPts val="0"/>
              </a:spcBef>
              <a:spcAft>
                <a:spcPts val="0"/>
              </a:spcAft>
              <a:buSzPts val="10100"/>
              <a:buNone/>
              <a:defRPr/>
            </a:lvl5pPr>
            <a:lvl6pPr lvl="5" algn="l">
              <a:lnSpc>
                <a:spcPct val="100000"/>
              </a:lnSpc>
              <a:spcBef>
                <a:spcPts val="0"/>
              </a:spcBef>
              <a:spcAft>
                <a:spcPts val="0"/>
              </a:spcAft>
              <a:buSzPts val="10100"/>
              <a:buNone/>
              <a:defRPr/>
            </a:lvl6pPr>
            <a:lvl7pPr lvl="6" algn="l">
              <a:lnSpc>
                <a:spcPct val="100000"/>
              </a:lnSpc>
              <a:spcBef>
                <a:spcPts val="0"/>
              </a:spcBef>
              <a:spcAft>
                <a:spcPts val="0"/>
              </a:spcAft>
              <a:buSzPts val="10100"/>
              <a:buNone/>
              <a:defRPr/>
            </a:lvl7pPr>
            <a:lvl8pPr lvl="7" algn="l">
              <a:lnSpc>
                <a:spcPct val="100000"/>
              </a:lnSpc>
              <a:spcBef>
                <a:spcPts val="0"/>
              </a:spcBef>
              <a:spcAft>
                <a:spcPts val="0"/>
              </a:spcAft>
              <a:buSzPts val="10100"/>
              <a:buNone/>
              <a:defRPr/>
            </a:lvl8pPr>
            <a:lvl9pPr lvl="8" algn="l">
              <a:lnSpc>
                <a:spcPct val="100000"/>
              </a:lnSpc>
              <a:spcBef>
                <a:spcPts val="0"/>
              </a:spcBef>
              <a:spcAft>
                <a:spcPts val="0"/>
              </a:spcAft>
              <a:buSzPts val="10100"/>
              <a:buNone/>
              <a:defRPr/>
            </a:lvl9pPr>
          </a:lstStyle>
          <a:p>
            <a:endParaRPr/>
          </a:p>
        </p:txBody>
      </p:sp>
      <p:sp>
        <p:nvSpPr>
          <p:cNvPr id="22" name="Google Shape;22;p6"/>
          <p:cNvSpPr txBox="1">
            <a:spLocks noGrp="1"/>
          </p:cNvSpPr>
          <p:nvPr>
            <p:ph type="body" idx="1"/>
          </p:nvPr>
        </p:nvSpPr>
        <p:spPr>
          <a:xfrm>
            <a:off x="728936" y="6783772"/>
            <a:ext cx="9354000" cy="20109600"/>
          </a:xfrm>
          <a:prstGeom prst="rect">
            <a:avLst/>
          </a:prstGeom>
          <a:noFill/>
          <a:ln>
            <a:noFill/>
          </a:ln>
        </p:spPr>
        <p:txBody>
          <a:bodyPr spcFirstLastPara="1" wrap="square" lIns="328500" tIns="328500" rIns="328500" bIns="328500" anchor="t" anchorCtr="0">
            <a:normAutofit/>
          </a:bodyPr>
          <a:lstStyle>
            <a:lvl1pPr marL="457200" lvl="0" indent="-546100" algn="l">
              <a:lnSpc>
                <a:spcPct val="115000"/>
              </a:lnSpc>
              <a:spcBef>
                <a:spcPts val="0"/>
              </a:spcBef>
              <a:spcAft>
                <a:spcPts val="0"/>
              </a:spcAft>
              <a:buSzPts val="5000"/>
              <a:buChar char="●"/>
              <a:defRPr sz="5000"/>
            </a:lvl1pPr>
            <a:lvl2pPr marL="914400" lvl="1" indent="-501650" algn="l">
              <a:lnSpc>
                <a:spcPct val="115000"/>
              </a:lnSpc>
              <a:spcBef>
                <a:spcPts val="0"/>
              </a:spcBef>
              <a:spcAft>
                <a:spcPts val="0"/>
              </a:spcAft>
              <a:buSzPts val="4300"/>
              <a:buChar char="○"/>
              <a:defRPr sz="4300"/>
            </a:lvl2pPr>
            <a:lvl3pPr marL="1371600" lvl="2" indent="-501650" algn="l">
              <a:lnSpc>
                <a:spcPct val="115000"/>
              </a:lnSpc>
              <a:spcBef>
                <a:spcPts val="0"/>
              </a:spcBef>
              <a:spcAft>
                <a:spcPts val="0"/>
              </a:spcAft>
              <a:buSzPts val="4300"/>
              <a:buChar char="■"/>
              <a:defRPr sz="4300"/>
            </a:lvl3pPr>
            <a:lvl4pPr marL="1828800" lvl="3" indent="-501650" algn="l">
              <a:lnSpc>
                <a:spcPct val="115000"/>
              </a:lnSpc>
              <a:spcBef>
                <a:spcPts val="0"/>
              </a:spcBef>
              <a:spcAft>
                <a:spcPts val="0"/>
              </a:spcAft>
              <a:buSzPts val="4300"/>
              <a:buChar char="●"/>
              <a:defRPr sz="4300"/>
            </a:lvl4pPr>
            <a:lvl5pPr marL="2286000" lvl="4" indent="-501650" algn="l">
              <a:lnSpc>
                <a:spcPct val="115000"/>
              </a:lnSpc>
              <a:spcBef>
                <a:spcPts val="0"/>
              </a:spcBef>
              <a:spcAft>
                <a:spcPts val="0"/>
              </a:spcAft>
              <a:buSzPts val="4300"/>
              <a:buChar char="○"/>
              <a:defRPr sz="4300"/>
            </a:lvl5pPr>
            <a:lvl6pPr marL="2743200" lvl="5" indent="-501650" algn="l">
              <a:lnSpc>
                <a:spcPct val="115000"/>
              </a:lnSpc>
              <a:spcBef>
                <a:spcPts val="0"/>
              </a:spcBef>
              <a:spcAft>
                <a:spcPts val="0"/>
              </a:spcAft>
              <a:buSzPts val="4300"/>
              <a:buChar char="■"/>
              <a:defRPr sz="4300"/>
            </a:lvl6pPr>
            <a:lvl7pPr marL="3200400" lvl="6" indent="-501650" algn="l">
              <a:lnSpc>
                <a:spcPct val="115000"/>
              </a:lnSpc>
              <a:spcBef>
                <a:spcPts val="0"/>
              </a:spcBef>
              <a:spcAft>
                <a:spcPts val="0"/>
              </a:spcAft>
              <a:buSzPts val="4300"/>
              <a:buChar char="●"/>
              <a:defRPr sz="4300"/>
            </a:lvl7pPr>
            <a:lvl8pPr marL="3657600" lvl="7" indent="-501650" algn="l">
              <a:lnSpc>
                <a:spcPct val="115000"/>
              </a:lnSpc>
              <a:spcBef>
                <a:spcPts val="0"/>
              </a:spcBef>
              <a:spcAft>
                <a:spcPts val="0"/>
              </a:spcAft>
              <a:buSzPts val="4300"/>
              <a:buChar char="○"/>
              <a:defRPr sz="4300"/>
            </a:lvl8pPr>
            <a:lvl9pPr marL="4114800" lvl="8" indent="-501650" algn="l">
              <a:lnSpc>
                <a:spcPct val="115000"/>
              </a:lnSpc>
              <a:spcBef>
                <a:spcPts val="0"/>
              </a:spcBef>
              <a:spcAft>
                <a:spcPts val="0"/>
              </a:spcAft>
              <a:buSzPts val="4300"/>
              <a:buChar char="■"/>
              <a:defRPr sz="4300"/>
            </a:lvl9pPr>
          </a:lstStyle>
          <a:p>
            <a:endParaRPr/>
          </a:p>
        </p:txBody>
      </p:sp>
      <p:sp>
        <p:nvSpPr>
          <p:cNvPr id="23" name="Google Shape;23;p6"/>
          <p:cNvSpPr txBox="1">
            <a:spLocks noGrp="1"/>
          </p:cNvSpPr>
          <p:nvPr>
            <p:ph type="body" idx="2"/>
          </p:nvPr>
        </p:nvSpPr>
        <p:spPr>
          <a:xfrm>
            <a:off x="11300967" y="6783772"/>
            <a:ext cx="9354000" cy="20109600"/>
          </a:xfrm>
          <a:prstGeom prst="rect">
            <a:avLst/>
          </a:prstGeom>
          <a:noFill/>
          <a:ln>
            <a:noFill/>
          </a:ln>
        </p:spPr>
        <p:txBody>
          <a:bodyPr spcFirstLastPara="1" wrap="square" lIns="328500" tIns="328500" rIns="328500" bIns="328500" anchor="t" anchorCtr="0">
            <a:normAutofit/>
          </a:bodyPr>
          <a:lstStyle>
            <a:lvl1pPr marL="457200" lvl="0" indent="-546100" algn="l">
              <a:lnSpc>
                <a:spcPct val="115000"/>
              </a:lnSpc>
              <a:spcBef>
                <a:spcPts val="0"/>
              </a:spcBef>
              <a:spcAft>
                <a:spcPts val="0"/>
              </a:spcAft>
              <a:buSzPts val="5000"/>
              <a:buChar char="●"/>
              <a:defRPr sz="5000"/>
            </a:lvl1pPr>
            <a:lvl2pPr marL="914400" lvl="1" indent="-501650" algn="l">
              <a:lnSpc>
                <a:spcPct val="115000"/>
              </a:lnSpc>
              <a:spcBef>
                <a:spcPts val="0"/>
              </a:spcBef>
              <a:spcAft>
                <a:spcPts val="0"/>
              </a:spcAft>
              <a:buSzPts val="4300"/>
              <a:buChar char="○"/>
              <a:defRPr sz="4300"/>
            </a:lvl2pPr>
            <a:lvl3pPr marL="1371600" lvl="2" indent="-501650" algn="l">
              <a:lnSpc>
                <a:spcPct val="115000"/>
              </a:lnSpc>
              <a:spcBef>
                <a:spcPts val="0"/>
              </a:spcBef>
              <a:spcAft>
                <a:spcPts val="0"/>
              </a:spcAft>
              <a:buSzPts val="4300"/>
              <a:buChar char="■"/>
              <a:defRPr sz="4300"/>
            </a:lvl3pPr>
            <a:lvl4pPr marL="1828800" lvl="3" indent="-501650" algn="l">
              <a:lnSpc>
                <a:spcPct val="115000"/>
              </a:lnSpc>
              <a:spcBef>
                <a:spcPts val="0"/>
              </a:spcBef>
              <a:spcAft>
                <a:spcPts val="0"/>
              </a:spcAft>
              <a:buSzPts val="4300"/>
              <a:buChar char="●"/>
              <a:defRPr sz="4300"/>
            </a:lvl4pPr>
            <a:lvl5pPr marL="2286000" lvl="4" indent="-501650" algn="l">
              <a:lnSpc>
                <a:spcPct val="115000"/>
              </a:lnSpc>
              <a:spcBef>
                <a:spcPts val="0"/>
              </a:spcBef>
              <a:spcAft>
                <a:spcPts val="0"/>
              </a:spcAft>
              <a:buSzPts val="4300"/>
              <a:buChar char="○"/>
              <a:defRPr sz="4300"/>
            </a:lvl5pPr>
            <a:lvl6pPr marL="2743200" lvl="5" indent="-501650" algn="l">
              <a:lnSpc>
                <a:spcPct val="115000"/>
              </a:lnSpc>
              <a:spcBef>
                <a:spcPts val="0"/>
              </a:spcBef>
              <a:spcAft>
                <a:spcPts val="0"/>
              </a:spcAft>
              <a:buSzPts val="4300"/>
              <a:buChar char="■"/>
              <a:defRPr sz="4300"/>
            </a:lvl6pPr>
            <a:lvl7pPr marL="3200400" lvl="6" indent="-501650" algn="l">
              <a:lnSpc>
                <a:spcPct val="115000"/>
              </a:lnSpc>
              <a:spcBef>
                <a:spcPts val="0"/>
              </a:spcBef>
              <a:spcAft>
                <a:spcPts val="0"/>
              </a:spcAft>
              <a:buSzPts val="4300"/>
              <a:buChar char="●"/>
              <a:defRPr sz="4300"/>
            </a:lvl7pPr>
            <a:lvl8pPr marL="3657600" lvl="7" indent="-501650" algn="l">
              <a:lnSpc>
                <a:spcPct val="115000"/>
              </a:lnSpc>
              <a:spcBef>
                <a:spcPts val="0"/>
              </a:spcBef>
              <a:spcAft>
                <a:spcPts val="0"/>
              </a:spcAft>
              <a:buSzPts val="4300"/>
              <a:buChar char="○"/>
              <a:defRPr sz="4300"/>
            </a:lvl8pPr>
            <a:lvl9pPr marL="4114800" lvl="8" indent="-501650" algn="l">
              <a:lnSpc>
                <a:spcPct val="115000"/>
              </a:lnSpc>
              <a:spcBef>
                <a:spcPts val="0"/>
              </a:spcBef>
              <a:spcAft>
                <a:spcPts val="0"/>
              </a:spcAft>
              <a:buSzPts val="4300"/>
              <a:buChar char="■"/>
              <a:defRPr sz="4300"/>
            </a:lvl9pPr>
          </a:lstStyle>
          <a:p>
            <a:endParaRPr/>
          </a:p>
        </p:txBody>
      </p:sp>
      <p:sp>
        <p:nvSpPr>
          <p:cNvPr id="24" name="Google Shape;24;p6"/>
          <p:cNvSpPr txBox="1">
            <a:spLocks noGrp="1"/>
          </p:cNvSpPr>
          <p:nvPr>
            <p:ph type="sldNum" idx="12"/>
          </p:nvPr>
        </p:nvSpPr>
        <p:spPr>
          <a:xfrm>
            <a:off x="19813543" y="27448926"/>
            <a:ext cx="1283100" cy="2316900"/>
          </a:xfrm>
          <a:prstGeom prst="rect">
            <a:avLst/>
          </a:prstGeom>
          <a:noFill/>
          <a:ln>
            <a:noFill/>
          </a:ln>
        </p:spPr>
        <p:txBody>
          <a:bodyPr spcFirstLastPara="1" wrap="square" lIns="328500" tIns="328500" rIns="328500" bIns="328500" anchor="ctr" anchorCtr="0">
            <a:norm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7"/>
          <p:cNvSpPr txBox="1">
            <a:spLocks noGrp="1"/>
          </p:cNvSpPr>
          <p:nvPr>
            <p:ph type="title"/>
          </p:nvPr>
        </p:nvSpPr>
        <p:spPr>
          <a:xfrm>
            <a:off x="728936" y="2619535"/>
            <a:ext cx="19926300" cy="3371100"/>
          </a:xfrm>
          <a:prstGeom prst="rect">
            <a:avLst/>
          </a:prstGeom>
          <a:noFill/>
          <a:ln>
            <a:noFill/>
          </a:ln>
        </p:spPr>
        <p:txBody>
          <a:bodyPr spcFirstLastPara="1" wrap="square" lIns="328500" tIns="328500" rIns="328500" bIns="328500" anchor="t" anchorCtr="0">
            <a:normAutofit/>
          </a:bodyPr>
          <a:lstStyle>
            <a:lvl1pPr lvl="0" algn="l">
              <a:lnSpc>
                <a:spcPct val="100000"/>
              </a:lnSpc>
              <a:spcBef>
                <a:spcPts val="0"/>
              </a:spcBef>
              <a:spcAft>
                <a:spcPts val="0"/>
              </a:spcAft>
              <a:buSzPts val="10100"/>
              <a:buNone/>
              <a:defRPr/>
            </a:lvl1pPr>
            <a:lvl2pPr lvl="1" algn="l">
              <a:lnSpc>
                <a:spcPct val="100000"/>
              </a:lnSpc>
              <a:spcBef>
                <a:spcPts val="0"/>
              </a:spcBef>
              <a:spcAft>
                <a:spcPts val="0"/>
              </a:spcAft>
              <a:buSzPts val="10100"/>
              <a:buNone/>
              <a:defRPr/>
            </a:lvl2pPr>
            <a:lvl3pPr lvl="2" algn="l">
              <a:lnSpc>
                <a:spcPct val="100000"/>
              </a:lnSpc>
              <a:spcBef>
                <a:spcPts val="0"/>
              </a:spcBef>
              <a:spcAft>
                <a:spcPts val="0"/>
              </a:spcAft>
              <a:buSzPts val="10100"/>
              <a:buNone/>
              <a:defRPr/>
            </a:lvl3pPr>
            <a:lvl4pPr lvl="3" algn="l">
              <a:lnSpc>
                <a:spcPct val="100000"/>
              </a:lnSpc>
              <a:spcBef>
                <a:spcPts val="0"/>
              </a:spcBef>
              <a:spcAft>
                <a:spcPts val="0"/>
              </a:spcAft>
              <a:buSzPts val="10100"/>
              <a:buNone/>
              <a:defRPr/>
            </a:lvl4pPr>
            <a:lvl5pPr lvl="4" algn="l">
              <a:lnSpc>
                <a:spcPct val="100000"/>
              </a:lnSpc>
              <a:spcBef>
                <a:spcPts val="0"/>
              </a:spcBef>
              <a:spcAft>
                <a:spcPts val="0"/>
              </a:spcAft>
              <a:buSzPts val="10100"/>
              <a:buNone/>
              <a:defRPr/>
            </a:lvl5pPr>
            <a:lvl6pPr lvl="5" algn="l">
              <a:lnSpc>
                <a:spcPct val="100000"/>
              </a:lnSpc>
              <a:spcBef>
                <a:spcPts val="0"/>
              </a:spcBef>
              <a:spcAft>
                <a:spcPts val="0"/>
              </a:spcAft>
              <a:buSzPts val="10100"/>
              <a:buNone/>
              <a:defRPr/>
            </a:lvl6pPr>
            <a:lvl7pPr lvl="6" algn="l">
              <a:lnSpc>
                <a:spcPct val="100000"/>
              </a:lnSpc>
              <a:spcBef>
                <a:spcPts val="0"/>
              </a:spcBef>
              <a:spcAft>
                <a:spcPts val="0"/>
              </a:spcAft>
              <a:buSzPts val="10100"/>
              <a:buNone/>
              <a:defRPr/>
            </a:lvl7pPr>
            <a:lvl8pPr lvl="7" algn="l">
              <a:lnSpc>
                <a:spcPct val="100000"/>
              </a:lnSpc>
              <a:spcBef>
                <a:spcPts val="0"/>
              </a:spcBef>
              <a:spcAft>
                <a:spcPts val="0"/>
              </a:spcAft>
              <a:buSzPts val="10100"/>
              <a:buNone/>
              <a:defRPr/>
            </a:lvl8pPr>
            <a:lvl9pPr lvl="8" algn="l">
              <a:lnSpc>
                <a:spcPct val="100000"/>
              </a:lnSpc>
              <a:spcBef>
                <a:spcPts val="0"/>
              </a:spcBef>
              <a:spcAft>
                <a:spcPts val="0"/>
              </a:spcAft>
              <a:buSzPts val="10100"/>
              <a:buNone/>
              <a:defRPr/>
            </a:lvl9pPr>
          </a:lstStyle>
          <a:p>
            <a:endParaRPr/>
          </a:p>
        </p:txBody>
      </p:sp>
      <p:sp>
        <p:nvSpPr>
          <p:cNvPr id="27" name="Google Shape;27;p7"/>
          <p:cNvSpPr txBox="1">
            <a:spLocks noGrp="1"/>
          </p:cNvSpPr>
          <p:nvPr>
            <p:ph type="sldNum" idx="12"/>
          </p:nvPr>
        </p:nvSpPr>
        <p:spPr>
          <a:xfrm>
            <a:off x="19813543" y="27448926"/>
            <a:ext cx="1283100" cy="2316900"/>
          </a:xfrm>
          <a:prstGeom prst="rect">
            <a:avLst/>
          </a:prstGeom>
          <a:noFill/>
          <a:ln>
            <a:noFill/>
          </a:ln>
        </p:spPr>
        <p:txBody>
          <a:bodyPr spcFirstLastPara="1" wrap="square" lIns="328500" tIns="328500" rIns="328500" bIns="328500" anchor="ctr" anchorCtr="0">
            <a:norm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8"/>
          <p:cNvSpPr txBox="1">
            <a:spLocks noGrp="1"/>
          </p:cNvSpPr>
          <p:nvPr>
            <p:ph type="title"/>
          </p:nvPr>
        </p:nvSpPr>
        <p:spPr>
          <a:xfrm>
            <a:off x="728936" y="3270408"/>
            <a:ext cx="6566700" cy="4448400"/>
          </a:xfrm>
          <a:prstGeom prst="rect">
            <a:avLst/>
          </a:prstGeom>
          <a:noFill/>
          <a:ln>
            <a:noFill/>
          </a:ln>
        </p:spPr>
        <p:txBody>
          <a:bodyPr spcFirstLastPara="1" wrap="square" lIns="328500" tIns="328500" rIns="328500" bIns="328500" anchor="b" anchorCtr="0">
            <a:normAutofit/>
          </a:bodyPr>
          <a:lstStyle>
            <a:lvl1pPr lvl="0" algn="l">
              <a:lnSpc>
                <a:spcPct val="100000"/>
              </a:lnSpc>
              <a:spcBef>
                <a:spcPts val="0"/>
              </a:spcBef>
              <a:spcAft>
                <a:spcPts val="0"/>
              </a:spcAft>
              <a:buSzPts val="8600"/>
              <a:buNone/>
              <a:defRPr sz="8600"/>
            </a:lvl1pPr>
            <a:lvl2pPr lvl="1" algn="l">
              <a:lnSpc>
                <a:spcPct val="100000"/>
              </a:lnSpc>
              <a:spcBef>
                <a:spcPts val="0"/>
              </a:spcBef>
              <a:spcAft>
                <a:spcPts val="0"/>
              </a:spcAft>
              <a:buSzPts val="8600"/>
              <a:buNone/>
              <a:defRPr sz="8600"/>
            </a:lvl2pPr>
            <a:lvl3pPr lvl="2" algn="l">
              <a:lnSpc>
                <a:spcPct val="100000"/>
              </a:lnSpc>
              <a:spcBef>
                <a:spcPts val="0"/>
              </a:spcBef>
              <a:spcAft>
                <a:spcPts val="0"/>
              </a:spcAft>
              <a:buSzPts val="8600"/>
              <a:buNone/>
              <a:defRPr sz="8600"/>
            </a:lvl3pPr>
            <a:lvl4pPr lvl="3" algn="l">
              <a:lnSpc>
                <a:spcPct val="100000"/>
              </a:lnSpc>
              <a:spcBef>
                <a:spcPts val="0"/>
              </a:spcBef>
              <a:spcAft>
                <a:spcPts val="0"/>
              </a:spcAft>
              <a:buSzPts val="8600"/>
              <a:buNone/>
              <a:defRPr sz="8600"/>
            </a:lvl4pPr>
            <a:lvl5pPr lvl="4" algn="l">
              <a:lnSpc>
                <a:spcPct val="100000"/>
              </a:lnSpc>
              <a:spcBef>
                <a:spcPts val="0"/>
              </a:spcBef>
              <a:spcAft>
                <a:spcPts val="0"/>
              </a:spcAft>
              <a:buSzPts val="8600"/>
              <a:buNone/>
              <a:defRPr sz="8600"/>
            </a:lvl5pPr>
            <a:lvl6pPr lvl="5" algn="l">
              <a:lnSpc>
                <a:spcPct val="100000"/>
              </a:lnSpc>
              <a:spcBef>
                <a:spcPts val="0"/>
              </a:spcBef>
              <a:spcAft>
                <a:spcPts val="0"/>
              </a:spcAft>
              <a:buSzPts val="8600"/>
              <a:buNone/>
              <a:defRPr sz="8600"/>
            </a:lvl6pPr>
            <a:lvl7pPr lvl="6" algn="l">
              <a:lnSpc>
                <a:spcPct val="100000"/>
              </a:lnSpc>
              <a:spcBef>
                <a:spcPts val="0"/>
              </a:spcBef>
              <a:spcAft>
                <a:spcPts val="0"/>
              </a:spcAft>
              <a:buSzPts val="8600"/>
              <a:buNone/>
              <a:defRPr sz="8600"/>
            </a:lvl7pPr>
            <a:lvl8pPr lvl="7" algn="l">
              <a:lnSpc>
                <a:spcPct val="100000"/>
              </a:lnSpc>
              <a:spcBef>
                <a:spcPts val="0"/>
              </a:spcBef>
              <a:spcAft>
                <a:spcPts val="0"/>
              </a:spcAft>
              <a:buSzPts val="8600"/>
              <a:buNone/>
              <a:defRPr sz="8600"/>
            </a:lvl8pPr>
            <a:lvl9pPr lvl="8" algn="l">
              <a:lnSpc>
                <a:spcPct val="100000"/>
              </a:lnSpc>
              <a:spcBef>
                <a:spcPts val="0"/>
              </a:spcBef>
              <a:spcAft>
                <a:spcPts val="0"/>
              </a:spcAft>
              <a:buSzPts val="8600"/>
              <a:buNone/>
              <a:defRPr sz="8600"/>
            </a:lvl9pPr>
          </a:lstStyle>
          <a:p>
            <a:endParaRPr/>
          </a:p>
        </p:txBody>
      </p:sp>
      <p:sp>
        <p:nvSpPr>
          <p:cNvPr id="30" name="Google Shape;30;p8"/>
          <p:cNvSpPr txBox="1">
            <a:spLocks noGrp="1"/>
          </p:cNvSpPr>
          <p:nvPr>
            <p:ph type="body" idx="1"/>
          </p:nvPr>
        </p:nvSpPr>
        <p:spPr>
          <a:xfrm>
            <a:off x="728936" y="8179553"/>
            <a:ext cx="6566700" cy="18714900"/>
          </a:xfrm>
          <a:prstGeom prst="rect">
            <a:avLst/>
          </a:prstGeom>
          <a:noFill/>
          <a:ln>
            <a:noFill/>
          </a:ln>
        </p:spPr>
        <p:txBody>
          <a:bodyPr spcFirstLastPara="1" wrap="square" lIns="328500" tIns="328500" rIns="328500" bIns="328500" anchor="t" anchorCtr="0">
            <a:normAutofit/>
          </a:bodyPr>
          <a:lstStyle>
            <a:lvl1pPr marL="457200" lvl="0" indent="-501650" algn="l">
              <a:lnSpc>
                <a:spcPct val="115000"/>
              </a:lnSpc>
              <a:spcBef>
                <a:spcPts val="0"/>
              </a:spcBef>
              <a:spcAft>
                <a:spcPts val="0"/>
              </a:spcAft>
              <a:buSzPts val="4300"/>
              <a:buChar char="●"/>
              <a:defRPr sz="4300"/>
            </a:lvl1pPr>
            <a:lvl2pPr marL="914400" lvl="1" indent="-501650" algn="l">
              <a:lnSpc>
                <a:spcPct val="115000"/>
              </a:lnSpc>
              <a:spcBef>
                <a:spcPts val="0"/>
              </a:spcBef>
              <a:spcAft>
                <a:spcPts val="0"/>
              </a:spcAft>
              <a:buSzPts val="4300"/>
              <a:buChar char="○"/>
              <a:defRPr sz="4300"/>
            </a:lvl2pPr>
            <a:lvl3pPr marL="1371600" lvl="2" indent="-501650" algn="l">
              <a:lnSpc>
                <a:spcPct val="115000"/>
              </a:lnSpc>
              <a:spcBef>
                <a:spcPts val="0"/>
              </a:spcBef>
              <a:spcAft>
                <a:spcPts val="0"/>
              </a:spcAft>
              <a:buSzPts val="4300"/>
              <a:buChar char="■"/>
              <a:defRPr sz="4300"/>
            </a:lvl3pPr>
            <a:lvl4pPr marL="1828800" lvl="3" indent="-501650" algn="l">
              <a:lnSpc>
                <a:spcPct val="115000"/>
              </a:lnSpc>
              <a:spcBef>
                <a:spcPts val="0"/>
              </a:spcBef>
              <a:spcAft>
                <a:spcPts val="0"/>
              </a:spcAft>
              <a:buSzPts val="4300"/>
              <a:buChar char="●"/>
              <a:defRPr sz="4300"/>
            </a:lvl4pPr>
            <a:lvl5pPr marL="2286000" lvl="4" indent="-501650" algn="l">
              <a:lnSpc>
                <a:spcPct val="115000"/>
              </a:lnSpc>
              <a:spcBef>
                <a:spcPts val="0"/>
              </a:spcBef>
              <a:spcAft>
                <a:spcPts val="0"/>
              </a:spcAft>
              <a:buSzPts val="4300"/>
              <a:buChar char="○"/>
              <a:defRPr sz="4300"/>
            </a:lvl5pPr>
            <a:lvl6pPr marL="2743200" lvl="5" indent="-501650" algn="l">
              <a:lnSpc>
                <a:spcPct val="115000"/>
              </a:lnSpc>
              <a:spcBef>
                <a:spcPts val="0"/>
              </a:spcBef>
              <a:spcAft>
                <a:spcPts val="0"/>
              </a:spcAft>
              <a:buSzPts val="4300"/>
              <a:buChar char="■"/>
              <a:defRPr sz="4300"/>
            </a:lvl6pPr>
            <a:lvl7pPr marL="3200400" lvl="6" indent="-501650" algn="l">
              <a:lnSpc>
                <a:spcPct val="115000"/>
              </a:lnSpc>
              <a:spcBef>
                <a:spcPts val="0"/>
              </a:spcBef>
              <a:spcAft>
                <a:spcPts val="0"/>
              </a:spcAft>
              <a:buSzPts val="4300"/>
              <a:buChar char="●"/>
              <a:defRPr sz="4300"/>
            </a:lvl7pPr>
            <a:lvl8pPr marL="3657600" lvl="7" indent="-501650" algn="l">
              <a:lnSpc>
                <a:spcPct val="115000"/>
              </a:lnSpc>
              <a:spcBef>
                <a:spcPts val="0"/>
              </a:spcBef>
              <a:spcAft>
                <a:spcPts val="0"/>
              </a:spcAft>
              <a:buSzPts val="4300"/>
              <a:buChar char="○"/>
              <a:defRPr sz="4300"/>
            </a:lvl8pPr>
            <a:lvl9pPr marL="4114800" lvl="8" indent="-501650" algn="l">
              <a:lnSpc>
                <a:spcPct val="115000"/>
              </a:lnSpc>
              <a:spcBef>
                <a:spcPts val="0"/>
              </a:spcBef>
              <a:spcAft>
                <a:spcPts val="0"/>
              </a:spcAft>
              <a:buSzPts val="4300"/>
              <a:buChar char="■"/>
              <a:defRPr sz="4300"/>
            </a:lvl9pPr>
          </a:lstStyle>
          <a:p>
            <a:endParaRPr/>
          </a:p>
        </p:txBody>
      </p:sp>
      <p:sp>
        <p:nvSpPr>
          <p:cNvPr id="31" name="Google Shape;31;p8"/>
          <p:cNvSpPr txBox="1">
            <a:spLocks noGrp="1"/>
          </p:cNvSpPr>
          <p:nvPr>
            <p:ph type="sldNum" idx="12"/>
          </p:nvPr>
        </p:nvSpPr>
        <p:spPr>
          <a:xfrm>
            <a:off x="19813543" y="27448926"/>
            <a:ext cx="1283100" cy="2316900"/>
          </a:xfrm>
          <a:prstGeom prst="rect">
            <a:avLst/>
          </a:prstGeom>
          <a:noFill/>
          <a:ln>
            <a:noFill/>
          </a:ln>
        </p:spPr>
        <p:txBody>
          <a:bodyPr spcFirstLastPara="1" wrap="square" lIns="328500" tIns="328500" rIns="328500" bIns="328500" anchor="ctr" anchorCtr="0">
            <a:norm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9"/>
          <p:cNvSpPr txBox="1">
            <a:spLocks noGrp="1"/>
          </p:cNvSpPr>
          <p:nvPr>
            <p:ph type="title"/>
          </p:nvPr>
        </p:nvSpPr>
        <p:spPr>
          <a:xfrm>
            <a:off x="1146490" y="2649702"/>
            <a:ext cx="14891700" cy="24079500"/>
          </a:xfrm>
          <a:prstGeom prst="rect">
            <a:avLst/>
          </a:prstGeom>
          <a:noFill/>
          <a:ln>
            <a:noFill/>
          </a:ln>
        </p:spPr>
        <p:txBody>
          <a:bodyPr spcFirstLastPara="1" wrap="square" lIns="328500" tIns="328500" rIns="328500" bIns="328500" anchor="ctr" anchorCtr="0">
            <a:normAutofit/>
          </a:bodyPr>
          <a:lstStyle>
            <a:lvl1pPr lvl="0" algn="l">
              <a:lnSpc>
                <a:spcPct val="100000"/>
              </a:lnSpc>
              <a:spcBef>
                <a:spcPts val="0"/>
              </a:spcBef>
              <a:spcAft>
                <a:spcPts val="0"/>
              </a:spcAft>
              <a:buSzPts val="17200"/>
              <a:buNone/>
              <a:defRPr sz="17200"/>
            </a:lvl1pPr>
            <a:lvl2pPr lvl="1" algn="l">
              <a:lnSpc>
                <a:spcPct val="100000"/>
              </a:lnSpc>
              <a:spcBef>
                <a:spcPts val="0"/>
              </a:spcBef>
              <a:spcAft>
                <a:spcPts val="0"/>
              </a:spcAft>
              <a:buSzPts val="17200"/>
              <a:buNone/>
              <a:defRPr sz="17200"/>
            </a:lvl2pPr>
            <a:lvl3pPr lvl="2" algn="l">
              <a:lnSpc>
                <a:spcPct val="100000"/>
              </a:lnSpc>
              <a:spcBef>
                <a:spcPts val="0"/>
              </a:spcBef>
              <a:spcAft>
                <a:spcPts val="0"/>
              </a:spcAft>
              <a:buSzPts val="17200"/>
              <a:buNone/>
              <a:defRPr sz="17200"/>
            </a:lvl3pPr>
            <a:lvl4pPr lvl="3" algn="l">
              <a:lnSpc>
                <a:spcPct val="100000"/>
              </a:lnSpc>
              <a:spcBef>
                <a:spcPts val="0"/>
              </a:spcBef>
              <a:spcAft>
                <a:spcPts val="0"/>
              </a:spcAft>
              <a:buSzPts val="17200"/>
              <a:buNone/>
              <a:defRPr sz="17200"/>
            </a:lvl4pPr>
            <a:lvl5pPr lvl="4" algn="l">
              <a:lnSpc>
                <a:spcPct val="100000"/>
              </a:lnSpc>
              <a:spcBef>
                <a:spcPts val="0"/>
              </a:spcBef>
              <a:spcAft>
                <a:spcPts val="0"/>
              </a:spcAft>
              <a:buSzPts val="17200"/>
              <a:buNone/>
              <a:defRPr sz="17200"/>
            </a:lvl5pPr>
            <a:lvl6pPr lvl="5" algn="l">
              <a:lnSpc>
                <a:spcPct val="100000"/>
              </a:lnSpc>
              <a:spcBef>
                <a:spcPts val="0"/>
              </a:spcBef>
              <a:spcAft>
                <a:spcPts val="0"/>
              </a:spcAft>
              <a:buSzPts val="17200"/>
              <a:buNone/>
              <a:defRPr sz="17200"/>
            </a:lvl6pPr>
            <a:lvl7pPr lvl="6" algn="l">
              <a:lnSpc>
                <a:spcPct val="100000"/>
              </a:lnSpc>
              <a:spcBef>
                <a:spcPts val="0"/>
              </a:spcBef>
              <a:spcAft>
                <a:spcPts val="0"/>
              </a:spcAft>
              <a:buSzPts val="17200"/>
              <a:buNone/>
              <a:defRPr sz="17200"/>
            </a:lvl7pPr>
            <a:lvl8pPr lvl="7" algn="l">
              <a:lnSpc>
                <a:spcPct val="100000"/>
              </a:lnSpc>
              <a:spcBef>
                <a:spcPts val="0"/>
              </a:spcBef>
              <a:spcAft>
                <a:spcPts val="0"/>
              </a:spcAft>
              <a:buSzPts val="17200"/>
              <a:buNone/>
              <a:defRPr sz="17200"/>
            </a:lvl8pPr>
            <a:lvl9pPr lvl="8" algn="l">
              <a:lnSpc>
                <a:spcPct val="100000"/>
              </a:lnSpc>
              <a:spcBef>
                <a:spcPts val="0"/>
              </a:spcBef>
              <a:spcAft>
                <a:spcPts val="0"/>
              </a:spcAft>
              <a:buSzPts val="17200"/>
              <a:buNone/>
              <a:defRPr sz="17200"/>
            </a:lvl9pPr>
          </a:lstStyle>
          <a:p>
            <a:endParaRPr/>
          </a:p>
        </p:txBody>
      </p:sp>
      <p:sp>
        <p:nvSpPr>
          <p:cNvPr id="34" name="Google Shape;34;p9"/>
          <p:cNvSpPr txBox="1">
            <a:spLocks noGrp="1"/>
          </p:cNvSpPr>
          <p:nvPr>
            <p:ph type="sldNum" idx="12"/>
          </p:nvPr>
        </p:nvSpPr>
        <p:spPr>
          <a:xfrm>
            <a:off x="19813543" y="27448926"/>
            <a:ext cx="1283100" cy="2316900"/>
          </a:xfrm>
          <a:prstGeom prst="rect">
            <a:avLst/>
          </a:prstGeom>
          <a:noFill/>
          <a:ln>
            <a:noFill/>
          </a:ln>
        </p:spPr>
        <p:txBody>
          <a:bodyPr spcFirstLastPara="1" wrap="square" lIns="328500" tIns="328500" rIns="328500" bIns="328500" anchor="ctr" anchorCtr="0">
            <a:norm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10"/>
          <p:cNvSpPr/>
          <p:nvPr/>
        </p:nvSpPr>
        <p:spPr>
          <a:xfrm>
            <a:off x="10692000" y="-736"/>
            <a:ext cx="10692000" cy="30276000"/>
          </a:xfrm>
          <a:prstGeom prst="rect">
            <a:avLst/>
          </a:prstGeom>
          <a:solidFill>
            <a:schemeClr val="lt2"/>
          </a:solidFill>
          <a:ln>
            <a:noFill/>
          </a:ln>
        </p:spPr>
        <p:txBody>
          <a:bodyPr spcFirstLastPara="1" wrap="square" lIns="328500" tIns="328500" rIns="328500" bIns="3285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10"/>
          <p:cNvSpPr txBox="1">
            <a:spLocks noGrp="1"/>
          </p:cNvSpPr>
          <p:nvPr>
            <p:ph type="title"/>
          </p:nvPr>
        </p:nvSpPr>
        <p:spPr>
          <a:xfrm>
            <a:off x="620894" y="7258794"/>
            <a:ext cx="9460200" cy="8725200"/>
          </a:xfrm>
          <a:prstGeom prst="rect">
            <a:avLst/>
          </a:prstGeom>
          <a:noFill/>
          <a:ln>
            <a:noFill/>
          </a:ln>
        </p:spPr>
        <p:txBody>
          <a:bodyPr spcFirstLastPara="1" wrap="square" lIns="328500" tIns="328500" rIns="328500" bIns="328500" anchor="b" anchorCtr="0">
            <a:normAutofit/>
          </a:bodyPr>
          <a:lstStyle>
            <a:lvl1pPr lvl="0" algn="ctr">
              <a:lnSpc>
                <a:spcPct val="100000"/>
              </a:lnSpc>
              <a:spcBef>
                <a:spcPts val="0"/>
              </a:spcBef>
              <a:spcAft>
                <a:spcPts val="0"/>
              </a:spcAft>
              <a:buSzPts val="15100"/>
              <a:buNone/>
              <a:defRPr sz="15100"/>
            </a:lvl1pPr>
            <a:lvl2pPr lvl="1" algn="ctr">
              <a:lnSpc>
                <a:spcPct val="100000"/>
              </a:lnSpc>
              <a:spcBef>
                <a:spcPts val="0"/>
              </a:spcBef>
              <a:spcAft>
                <a:spcPts val="0"/>
              </a:spcAft>
              <a:buSzPts val="15100"/>
              <a:buNone/>
              <a:defRPr sz="15100"/>
            </a:lvl2pPr>
            <a:lvl3pPr lvl="2" algn="ctr">
              <a:lnSpc>
                <a:spcPct val="100000"/>
              </a:lnSpc>
              <a:spcBef>
                <a:spcPts val="0"/>
              </a:spcBef>
              <a:spcAft>
                <a:spcPts val="0"/>
              </a:spcAft>
              <a:buSzPts val="15100"/>
              <a:buNone/>
              <a:defRPr sz="15100"/>
            </a:lvl3pPr>
            <a:lvl4pPr lvl="3" algn="ctr">
              <a:lnSpc>
                <a:spcPct val="100000"/>
              </a:lnSpc>
              <a:spcBef>
                <a:spcPts val="0"/>
              </a:spcBef>
              <a:spcAft>
                <a:spcPts val="0"/>
              </a:spcAft>
              <a:buSzPts val="15100"/>
              <a:buNone/>
              <a:defRPr sz="15100"/>
            </a:lvl4pPr>
            <a:lvl5pPr lvl="4" algn="ctr">
              <a:lnSpc>
                <a:spcPct val="100000"/>
              </a:lnSpc>
              <a:spcBef>
                <a:spcPts val="0"/>
              </a:spcBef>
              <a:spcAft>
                <a:spcPts val="0"/>
              </a:spcAft>
              <a:buSzPts val="15100"/>
              <a:buNone/>
              <a:defRPr sz="15100"/>
            </a:lvl5pPr>
            <a:lvl6pPr lvl="5" algn="ctr">
              <a:lnSpc>
                <a:spcPct val="100000"/>
              </a:lnSpc>
              <a:spcBef>
                <a:spcPts val="0"/>
              </a:spcBef>
              <a:spcAft>
                <a:spcPts val="0"/>
              </a:spcAft>
              <a:buSzPts val="15100"/>
              <a:buNone/>
              <a:defRPr sz="15100"/>
            </a:lvl6pPr>
            <a:lvl7pPr lvl="6" algn="ctr">
              <a:lnSpc>
                <a:spcPct val="100000"/>
              </a:lnSpc>
              <a:spcBef>
                <a:spcPts val="0"/>
              </a:spcBef>
              <a:spcAft>
                <a:spcPts val="0"/>
              </a:spcAft>
              <a:buSzPts val="15100"/>
              <a:buNone/>
              <a:defRPr sz="15100"/>
            </a:lvl7pPr>
            <a:lvl8pPr lvl="7" algn="ctr">
              <a:lnSpc>
                <a:spcPct val="100000"/>
              </a:lnSpc>
              <a:spcBef>
                <a:spcPts val="0"/>
              </a:spcBef>
              <a:spcAft>
                <a:spcPts val="0"/>
              </a:spcAft>
              <a:buSzPts val="15100"/>
              <a:buNone/>
              <a:defRPr sz="15100"/>
            </a:lvl8pPr>
            <a:lvl9pPr lvl="8" algn="ctr">
              <a:lnSpc>
                <a:spcPct val="100000"/>
              </a:lnSpc>
              <a:spcBef>
                <a:spcPts val="0"/>
              </a:spcBef>
              <a:spcAft>
                <a:spcPts val="0"/>
              </a:spcAft>
              <a:buSzPts val="15100"/>
              <a:buNone/>
              <a:defRPr sz="15100"/>
            </a:lvl9pPr>
          </a:lstStyle>
          <a:p>
            <a:endParaRPr/>
          </a:p>
        </p:txBody>
      </p:sp>
      <p:sp>
        <p:nvSpPr>
          <p:cNvPr id="38" name="Google Shape;38;p10"/>
          <p:cNvSpPr txBox="1">
            <a:spLocks noGrp="1"/>
          </p:cNvSpPr>
          <p:nvPr>
            <p:ph type="subTitle" idx="1"/>
          </p:nvPr>
        </p:nvSpPr>
        <p:spPr>
          <a:xfrm>
            <a:off x="620894" y="16499640"/>
            <a:ext cx="9460200" cy="7269900"/>
          </a:xfrm>
          <a:prstGeom prst="rect">
            <a:avLst/>
          </a:prstGeom>
          <a:noFill/>
          <a:ln>
            <a:noFill/>
          </a:ln>
        </p:spPr>
        <p:txBody>
          <a:bodyPr spcFirstLastPara="1" wrap="square" lIns="328500" tIns="328500" rIns="328500" bIns="328500" anchor="t" anchorCtr="0">
            <a:normAutofit/>
          </a:bodyPr>
          <a:lstStyle>
            <a:lvl1pPr lvl="0" algn="ctr">
              <a:lnSpc>
                <a:spcPct val="100000"/>
              </a:lnSpc>
              <a:spcBef>
                <a:spcPts val="0"/>
              </a:spcBef>
              <a:spcAft>
                <a:spcPts val="0"/>
              </a:spcAft>
              <a:buSzPts val="7500"/>
              <a:buNone/>
              <a:defRPr sz="7500"/>
            </a:lvl1pPr>
            <a:lvl2pPr lvl="1" algn="ctr">
              <a:lnSpc>
                <a:spcPct val="100000"/>
              </a:lnSpc>
              <a:spcBef>
                <a:spcPts val="0"/>
              </a:spcBef>
              <a:spcAft>
                <a:spcPts val="0"/>
              </a:spcAft>
              <a:buSzPts val="7500"/>
              <a:buNone/>
              <a:defRPr sz="7500"/>
            </a:lvl2pPr>
            <a:lvl3pPr lvl="2" algn="ctr">
              <a:lnSpc>
                <a:spcPct val="100000"/>
              </a:lnSpc>
              <a:spcBef>
                <a:spcPts val="0"/>
              </a:spcBef>
              <a:spcAft>
                <a:spcPts val="0"/>
              </a:spcAft>
              <a:buSzPts val="7500"/>
              <a:buNone/>
              <a:defRPr sz="7500"/>
            </a:lvl3pPr>
            <a:lvl4pPr lvl="3" algn="ctr">
              <a:lnSpc>
                <a:spcPct val="100000"/>
              </a:lnSpc>
              <a:spcBef>
                <a:spcPts val="0"/>
              </a:spcBef>
              <a:spcAft>
                <a:spcPts val="0"/>
              </a:spcAft>
              <a:buSzPts val="7500"/>
              <a:buNone/>
              <a:defRPr sz="7500"/>
            </a:lvl4pPr>
            <a:lvl5pPr lvl="4" algn="ctr">
              <a:lnSpc>
                <a:spcPct val="100000"/>
              </a:lnSpc>
              <a:spcBef>
                <a:spcPts val="0"/>
              </a:spcBef>
              <a:spcAft>
                <a:spcPts val="0"/>
              </a:spcAft>
              <a:buSzPts val="7500"/>
              <a:buNone/>
              <a:defRPr sz="7500"/>
            </a:lvl5pPr>
            <a:lvl6pPr lvl="5" algn="ctr">
              <a:lnSpc>
                <a:spcPct val="100000"/>
              </a:lnSpc>
              <a:spcBef>
                <a:spcPts val="0"/>
              </a:spcBef>
              <a:spcAft>
                <a:spcPts val="0"/>
              </a:spcAft>
              <a:buSzPts val="7500"/>
              <a:buNone/>
              <a:defRPr sz="7500"/>
            </a:lvl6pPr>
            <a:lvl7pPr lvl="6" algn="ctr">
              <a:lnSpc>
                <a:spcPct val="100000"/>
              </a:lnSpc>
              <a:spcBef>
                <a:spcPts val="0"/>
              </a:spcBef>
              <a:spcAft>
                <a:spcPts val="0"/>
              </a:spcAft>
              <a:buSzPts val="7500"/>
              <a:buNone/>
              <a:defRPr sz="7500"/>
            </a:lvl7pPr>
            <a:lvl8pPr lvl="7" algn="ctr">
              <a:lnSpc>
                <a:spcPct val="100000"/>
              </a:lnSpc>
              <a:spcBef>
                <a:spcPts val="0"/>
              </a:spcBef>
              <a:spcAft>
                <a:spcPts val="0"/>
              </a:spcAft>
              <a:buSzPts val="7500"/>
              <a:buNone/>
              <a:defRPr sz="7500"/>
            </a:lvl8pPr>
            <a:lvl9pPr lvl="8" algn="ctr">
              <a:lnSpc>
                <a:spcPct val="100000"/>
              </a:lnSpc>
              <a:spcBef>
                <a:spcPts val="0"/>
              </a:spcBef>
              <a:spcAft>
                <a:spcPts val="0"/>
              </a:spcAft>
              <a:buSzPts val="7500"/>
              <a:buNone/>
              <a:defRPr sz="7500"/>
            </a:lvl9pPr>
          </a:lstStyle>
          <a:p>
            <a:endParaRPr/>
          </a:p>
        </p:txBody>
      </p:sp>
      <p:sp>
        <p:nvSpPr>
          <p:cNvPr id="39" name="Google Shape;39;p10"/>
          <p:cNvSpPr txBox="1">
            <a:spLocks noGrp="1"/>
          </p:cNvSpPr>
          <p:nvPr>
            <p:ph type="body" idx="2"/>
          </p:nvPr>
        </p:nvSpPr>
        <p:spPr>
          <a:xfrm>
            <a:off x="11551429" y="4262097"/>
            <a:ext cx="8973000" cy="21750600"/>
          </a:xfrm>
          <a:prstGeom prst="rect">
            <a:avLst/>
          </a:prstGeom>
          <a:noFill/>
          <a:ln>
            <a:noFill/>
          </a:ln>
        </p:spPr>
        <p:txBody>
          <a:bodyPr spcFirstLastPara="1" wrap="square" lIns="328500" tIns="328500" rIns="328500" bIns="328500" anchor="ctr" anchorCtr="0">
            <a:normAutofit/>
          </a:bodyPr>
          <a:lstStyle>
            <a:lvl1pPr marL="457200" lvl="0" indent="-641350" algn="l">
              <a:lnSpc>
                <a:spcPct val="115000"/>
              </a:lnSpc>
              <a:spcBef>
                <a:spcPts val="0"/>
              </a:spcBef>
              <a:spcAft>
                <a:spcPts val="0"/>
              </a:spcAft>
              <a:buSzPts val="6500"/>
              <a:buChar char="●"/>
              <a:defRPr/>
            </a:lvl1pPr>
            <a:lvl2pPr marL="914400" lvl="1" indent="-546100" algn="l">
              <a:lnSpc>
                <a:spcPct val="115000"/>
              </a:lnSpc>
              <a:spcBef>
                <a:spcPts val="0"/>
              </a:spcBef>
              <a:spcAft>
                <a:spcPts val="0"/>
              </a:spcAft>
              <a:buSzPts val="5000"/>
              <a:buChar char="○"/>
              <a:defRPr/>
            </a:lvl2pPr>
            <a:lvl3pPr marL="1371600" lvl="2" indent="-546100" algn="l">
              <a:lnSpc>
                <a:spcPct val="115000"/>
              </a:lnSpc>
              <a:spcBef>
                <a:spcPts val="0"/>
              </a:spcBef>
              <a:spcAft>
                <a:spcPts val="0"/>
              </a:spcAft>
              <a:buSzPts val="5000"/>
              <a:buChar char="■"/>
              <a:defRPr/>
            </a:lvl3pPr>
            <a:lvl4pPr marL="1828800" lvl="3" indent="-546100" algn="l">
              <a:lnSpc>
                <a:spcPct val="115000"/>
              </a:lnSpc>
              <a:spcBef>
                <a:spcPts val="0"/>
              </a:spcBef>
              <a:spcAft>
                <a:spcPts val="0"/>
              </a:spcAft>
              <a:buSzPts val="5000"/>
              <a:buChar char="●"/>
              <a:defRPr/>
            </a:lvl4pPr>
            <a:lvl5pPr marL="2286000" lvl="4" indent="-546100" algn="l">
              <a:lnSpc>
                <a:spcPct val="115000"/>
              </a:lnSpc>
              <a:spcBef>
                <a:spcPts val="0"/>
              </a:spcBef>
              <a:spcAft>
                <a:spcPts val="0"/>
              </a:spcAft>
              <a:buSzPts val="5000"/>
              <a:buChar char="○"/>
              <a:defRPr/>
            </a:lvl5pPr>
            <a:lvl6pPr marL="2743200" lvl="5" indent="-546100" algn="l">
              <a:lnSpc>
                <a:spcPct val="115000"/>
              </a:lnSpc>
              <a:spcBef>
                <a:spcPts val="0"/>
              </a:spcBef>
              <a:spcAft>
                <a:spcPts val="0"/>
              </a:spcAft>
              <a:buSzPts val="5000"/>
              <a:buChar char="■"/>
              <a:defRPr/>
            </a:lvl6pPr>
            <a:lvl7pPr marL="3200400" lvl="6" indent="-546100" algn="l">
              <a:lnSpc>
                <a:spcPct val="115000"/>
              </a:lnSpc>
              <a:spcBef>
                <a:spcPts val="0"/>
              </a:spcBef>
              <a:spcAft>
                <a:spcPts val="0"/>
              </a:spcAft>
              <a:buSzPts val="5000"/>
              <a:buChar char="●"/>
              <a:defRPr/>
            </a:lvl7pPr>
            <a:lvl8pPr marL="3657600" lvl="7" indent="-546100" algn="l">
              <a:lnSpc>
                <a:spcPct val="115000"/>
              </a:lnSpc>
              <a:spcBef>
                <a:spcPts val="0"/>
              </a:spcBef>
              <a:spcAft>
                <a:spcPts val="0"/>
              </a:spcAft>
              <a:buSzPts val="5000"/>
              <a:buChar char="○"/>
              <a:defRPr/>
            </a:lvl8pPr>
            <a:lvl9pPr marL="4114800" lvl="8" indent="-546100" algn="l">
              <a:lnSpc>
                <a:spcPct val="115000"/>
              </a:lnSpc>
              <a:spcBef>
                <a:spcPts val="0"/>
              </a:spcBef>
              <a:spcAft>
                <a:spcPts val="0"/>
              </a:spcAft>
              <a:buSzPts val="5000"/>
              <a:buChar char="■"/>
              <a:defRPr/>
            </a:lvl9pPr>
          </a:lstStyle>
          <a:p>
            <a:endParaRPr/>
          </a:p>
        </p:txBody>
      </p:sp>
      <p:sp>
        <p:nvSpPr>
          <p:cNvPr id="40" name="Google Shape;40;p10"/>
          <p:cNvSpPr txBox="1">
            <a:spLocks noGrp="1"/>
          </p:cNvSpPr>
          <p:nvPr>
            <p:ph type="sldNum" idx="12"/>
          </p:nvPr>
        </p:nvSpPr>
        <p:spPr>
          <a:xfrm>
            <a:off x="19813543" y="27448926"/>
            <a:ext cx="1283100" cy="2316900"/>
          </a:xfrm>
          <a:prstGeom prst="rect">
            <a:avLst/>
          </a:prstGeom>
          <a:noFill/>
          <a:ln>
            <a:noFill/>
          </a:ln>
        </p:spPr>
        <p:txBody>
          <a:bodyPr spcFirstLastPara="1" wrap="square" lIns="328500" tIns="328500" rIns="328500" bIns="328500" anchor="ctr" anchorCtr="0">
            <a:norm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1"/>
          <p:cNvSpPr txBox="1">
            <a:spLocks noGrp="1"/>
          </p:cNvSpPr>
          <p:nvPr>
            <p:ph type="body" idx="1"/>
          </p:nvPr>
        </p:nvSpPr>
        <p:spPr>
          <a:xfrm>
            <a:off x="728936" y="24902282"/>
            <a:ext cx="14028600" cy="3561900"/>
          </a:xfrm>
          <a:prstGeom prst="rect">
            <a:avLst/>
          </a:prstGeom>
          <a:noFill/>
          <a:ln>
            <a:noFill/>
          </a:ln>
        </p:spPr>
        <p:txBody>
          <a:bodyPr spcFirstLastPara="1" wrap="square" lIns="328500" tIns="328500" rIns="328500" bIns="328500" anchor="ctr" anchorCtr="0">
            <a:normAutofit/>
          </a:bodyPr>
          <a:lstStyle>
            <a:lvl1pPr marL="457200" lvl="0" indent="-228600" algn="l">
              <a:lnSpc>
                <a:spcPct val="100000"/>
              </a:lnSpc>
              <a:spcBef>
                <a:spcPts val="0"/>
              </a:spcBef>
              <a:spcAft>
                <a:spcPts val="0"/>
              </a:spcAft>
              <a:buSzPts val="6500"/>
              <a:buNone/>
              <a:defRPr/>
            </a:lvl1pPr>
          </a:lstStyle>
          <a:p>
            <a:endParaRPr/>
          </a:p>
        </p:txBody>
      </p:sp>
      <p:sp>
        <p:nvSpPr>
          <p:cNvPr id="43" name="Google Shape;43;p11"/>
          <p:cNvSpPr txBox="1">
            <a:spLocks noGrp="1"/>
          </p:cNvSpPr>
          <p:nvPr>
            <p:ph type="sldNum" idx="12"/>
          </p:nvPr>
        </p:nvSpPr>
        <p:spPr>
          <a:xfrm>
            <a:off x="19813543" y="27448926"/>
            <a:ext cx="1283100" cy="2316900"/>
          </a:xfrm>
          <a:prstGeom prst="rect">
            <a:avLst/>
          </a:prstGeom>
          <a:noFill/>
          <a:ln>
            <a:noFill/>
          </a:ln>
        </p:spPr>
        <p:txBody>
          <a:bodyPr spcFirstLastPara="1" wrap="square" lIns="328500" tIns="328500" rIns="328500" bIns="328500" anchor="ctr" anchorCtr="0">
            <a:norm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2"/>
          <p:cNvSpPr txBox="1">
            <a:spLocks noGrp="1"/>
          </p:cNvSpPr>
          <p:nvPr>
            <p:ph type="title" hasCustomPrompt="1"/>
          </p:nvPr>
        </p:nvSpPr>
        <p:spPr>
          <a:xfrm>
            <a:off x="728936" y="6510944"/>
            <a:ext cx="19926300" cy="11557800"/>
          </a:xfrm>
          <a:prstGeom prst="rect">
            <a:avLst/>
          </a:prstGeom>
          <a:noFill/>
          <a:ln>
            <a:noFill/>
          </a:ln>
        </p:spPr>
        <p:txBody>
          <a:bodyPr spcFirstLastPara="1" wrap="square" lIns="328500" tIns="328500" rIns="328500" bIns="328500" anchor="b" anchorCtr="0">
            <a:normAutofit/>
          </a:bodyPr>
          <a:lstStyle>
            <a:lvl1pPr lvl="0" algn="ctr">
              <a:lnSpc>
                <a:spcPct val="100000"/>
              </a:lnSpc>
              <a:spcBef>
                <a:spcPts val="0"/>
              </a:spcBef>
              <a:spcAft>
                <a:spcPts val="0"/>
              </a:spcAft>
              <a:buSzPts val="43100"/>
              <a:buNone/>
              <a:defRPr sz="43100"/>
            </a:lvl1pPr>
            <a:lvl2pPr lvl="1" algn="ctr">
              <a:lnSpc>
                <a:spcPct val="100000"/>
              </a:lnSpc>
              <a:spcBef>
                <a:spcPts val="0"/>
              </a:spcBef>
              <a:spcAft>
                <a:spcPts val="0"/>
              </a:spcAft>
              <a:buSzPts val="43100"/>
              <a:buNone/>
              <a:defRPr sz="43100"/>
            </a:lvl2pPr>
            <a:lvl3pPr lvl="2" algn="ctr">
              <a:lnSpc>
                <a:spcPct val="100000"/>
              </a:lnSpc>
              <a:spcBef>
                <a:spcPts val="0"/>
              </a:spcBef>
              <a:spcAft>
                <a:spcPts val="0"/>
              </a:spcAft>
              <a:buSzPts val="43100"/>
              <a:buNone/>
              <a:defRPr sz="43100"/>
            </a:lvl3pPr>
            <a:lvl4pPr lvl="3" algn="ctr">
              <a:lnSpc>
                <a:spcPct val="100000"/>
              </a:lnSpc>
              <a:spcBef>
                <a:spcPts val="0"/>
              </a:spcBef>
              <a:spcAft>
                <a:spcPts val="0"/>
              </a:spcAft>
              <a:buSzPts val="43100"/>
              <a:buNone/>
              <a:defRPr sz="43100"/>
            </a:lvl4pPr>
            <a:lvl5pPr lvl="4" algn="ctr">
              <a:lnSpc>
                <a:spcPct val="100000"/>
              </a:lnSpc>
              <a:spcBef>
                <a:spcPts val="0"/>
              </a:spcBef>
              <a:spcAft>
                <a:spcPts val="0"/>
              </a:spcAft>
              <a:buSzPts val="43100"/>
              <a:buNone/>
              <a:defRPr sz="43100"/>
            </a:lvl5pPr>
            <a:lvl6pPr lvl="5" algn="ctr">
              <a:lnSpc>
                <a:spcPct val="100000"/>
              </a:lnSpc>
              <a:spcBef>
                <a:spcPts val="0"/>
              </a:spcBef>
              <a:spcAft>
                <a:spcPts val="0"/>
              </a:spcAft>
              <a:buSzPts val="43100"/>
              <a:buNone/>
              <a:defRPr sz="43100"/>
            </a:lvl6pPr>
            <a:lvl7pPr lvl="6" algn="ctr">
              <a:lnSpc>
                <a:spcPct val="100000"/>
              </a:lnSpc>
              <a:spcBef>
                <a:spcPts val="0"/>
              </a:spcBef>
              <a:spcAft>
                <a:spcPts val="0"/>
              </a:spcAft>
              <a:buSzPts val="43100"/>
              <a:buNone/>
              <a:defRPr sz="43100"/>
            </a:lvl7pPr>
            <a:lvl8pPr lvl="7" algn="ctr">
              <a:lnSpc>
                <a:spcPct val="100000"/>
              </a:lnSpc>
              <a:spcBef>
                <a:spcPts val="0"/>
              </a:spcBef>
              <a:spcAft>
                <a:spcPts val="0"/>
              </a:spcAft>
              <a:buSzPts val="43100"/>
              <a:buNone/>
              <a:defRPr sz="43100"/>
            </a:lvl8pPr>
            <a:lvl9pPr lvl="8" algn="ctr">
              <a:lnSpc>
                <a:spcPct val="100000"/>
              </a:lnSpc>
              <a:spcBef>
                <a:spcPts val="0"/>
              </a:spcBef>
              <a:spcAft>
                <a:spcPts val="0"/>
              </a:spcAft>
              <a:buSzPts val="43100"/>
              <a:buNone/>
              <a:defRPr sz="43100"/>
            </a:lvl9pPr>
          </a:lstStyle>
          <a:p>
            <a:r>
              <a:t>xx%</a:t>
            </a:r>
          </a:p>
        </p:txBody>
      </p:sp>
      <p:sp>
        <p:nvSpPr>
          <p:cNvPr id="46" name="Google Shape;46;p12"/>
          <p:cNvSpPr txBox="1">
            <a:spLocks noGrp="1"/>
          </p:cNvSpPr>
          <p:nvPr>
            <p:ph type="body" idx="1"/>
          </p:nvPr>
        </p:nvSpPr>
        <p:spPr>
          <a:xfrm>
            <a:off x="728936" y="18554829"/>
            <a:ext cx="19926300" cy="7656900"/>
          </a:xfrm>
          <a:prstGeom prst="rect">
            <a:avLst/>
          </a:prstGeom>
          <a:noFill/>
          <a:ln>
            <a:noFill/>
          </a:ln>
        </p:spPr>
        <p:txBody>
          <a:bodyPr spcFirstLastPara="1" wrap="square" lIns="328500" tIns="328500" rIns="328500" bIns="328500" anchor="t" anchorCtr="0">
            <a:normAutofit/>
          </a:bodyPr>
          <a:lstStyle>
            <a:lvl1pPr marL="457200" lvl="0" indent="-641350" algn="ctr">
              <a:lnSpc>
                <a:spcPct val="115000"/>
              </a:lnSpc>
              <a:spcBef>
                <a:spcPts val="0"/>
              </a:spcBef>
              <a:spcAft>
                <a:spcPts val="0"/>
              </a:spcAft>
              <a:buSzPts val="6500"/>
              <a:buChar char="●"/>
              <a:defRPr/>
            </a:lvl1pPr>
            <a:lvl2pPr marL="914400" lvl="1" indent="-546100" algn="ctr">
              <a:lnSpc>
                <a:spcPct val="115000"/>
              </a:lnSpc>
              <a:spcBef>
                <a:spcPts val="0"/>
              </a:spcBef>
              <a:spcAft>
                <a:spcPts val="0"/>
              </a:spcAft>
              <a:buSzPts val="5000"/>
              <a:buChar char="○"/>
              <a:defRPr/>
            </a:lvl2pPr>
            <a:lvl3pPr marL="1371600" lvl="2" indent="-546100" algn="ctr">
              <a:lnSpc>
                <a:spcPct val="115000"/>
              </a:lnSpc>
              <a:spcBef>
                <a:spcPts val="0"/>
              </a:spcBef>
              <a:spcAft>
                <a:spcPts val="0"/>
              </a:spcAft>
              <a:buSzPts val="5000"/>
              <a:buChar char="■"/>
              <a:defRPr/>
            </a:lvl3pPr>
            <a:lvl4pPr marL="1828800" lvl="3" indent="-546100" algn="ctr">
              <a:lnSpc>
                <a:spcPct val="115000"/>
              </a:lnSpc>
              <a:spcBef>
                <a:spcPts val="0"/>
              </a:spcBef>
              <a:spcAft>
                <a:spcPts val="0"/>
              </a:spcAft>
              <a:buSzPts val="5000"/>
              <a:buChar char="●"/>
              <a:defRPr/>
            </a:lvl4pPr>
            <a:lvl5pPr marL="2286000" lvl="4" indent="-546100" algn="ctr">
              <a:lnSpc>
                <a:spcPct val="115000"/>
              </a:lnSpc>
              <a:spcBef>
                <a:spcPts val="0"/>
              </a:spcBef>
              <a:spcAft>
                <a:spcPts val="0"/>
              </a:spcAft>
              <a:buSzPts val="5000"/>
              <a:buChar char="○"/>
              <a:defRPr/>
            </a:lvl5pPr>
            <a:lvl6pPr marL="2743200" lvl="5" indent="-546100" algn="ctr">
              <a:lnSpc>
                <a:spcPct val="115000"/>
              </a:lnSpc>
              <a:spcBef>
                <a:spcPts val="0"/>
              </a:spcBef>
              <a:spcAft>
                <a:spcPts val="0"/>
              </a:spcAft>
              <a:buSzPts val="5000"/>
              <a:buChar char="■"/>
              <a:defRPr/>
            </a:lvl6pPr>
            <a:lvl7pPr marL="3200400" lvl="6" indent="-546100" algn="ctr">
              <a:lnSpc>
                <a:spcPct val="115000"/>
              </a:lnSpc>
              <a:spcBef>
                <a:spcPts val="0"/>
              </a:spcBef>
              <a:spcAft>
                <a:spcPts val="0"/>
              </a:spcAft>
              <a:buSzPts val="5000"/>
              <a:buChar char="●"/>
              <a:defRPr/>
            </a:lvl7pPr>
            <a:lvl8pPr marL="3657600" lvl="7" indent="-546100" algn="ctr">
              <a:lnSpc>
                <a:spcPct val="115000"/>
              </a:lnSpc>
              <a:spcBef>
                <a:spcPts val="0"/>
              </a:spcBef>
              <a:spcAft>
                <a:spcPts val="0"/>
              </a:spcAft>
              <a:buSzPts val="5000"/>
              <a:buChar char="○"/>
              <a:defRPr/>
            </a:lvl8pPr>
            <a:lvl9pPr marL="4114800" lvl="8" indent="-546100" algn="ctr">
              <a:lnSpc>
                <a:spcPct val="115000"/>
              </a:lnSpc>
              <a:spcBef>
                <a:spcPts val="0"/>
              </a:spcBef>
              <a:spcAft>
                <a:spcPts val="0"/>
              </a:spcAft>
              <a:buSzPts val="5000"/>
              <a:buChar char="■"/>
              <a:defRPr/>
            </a:lvl9pPr>
          </a:lstStyle>
          <a:p>
            <a:endParaRPr/>
          </a:p>
        </p:txBody>
      </p:sp>
      <p:sp>
        <p:nvSpPr>
          <p:cNvPr id="47" name="Google Shape;47;p12"/>
          <p:cNvSpPr txBox="1">
            <a:spLocks noGrp="1"/>
          </p:cNvSpPr>
          <p:nvPr>
            <p:ph type="sldNum" idx="12"/>
          </p:nvPr>
        </p:nvSpPr>
        <p:spPr>
          <a:xfrm>
            <a:off x="19813543" y="27448926"/>
            <a:ext cx="1283100" cy="2316900"/>
          </a:xfrm>
          <a:prstGeom prst="rect">
            <a:avLst/>
          </a:prstGeom>
          <a:noFill/>
          <a:ln>
            <a:noFill/>
          </a:ln>
        </p:spPr>
        <p:txBody>
          <a:bodyPr spcFirstLastPara="1" wrap="square" lIns="328500" tIns="328500" rIns="328500" bIns="328500" anchor="ctr" anchorCtr="0">
            <a:norm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3"/>
          <p:cNvSpPr txBox="1">
            <a:spLocks noGrp="1"/>
          </p:cNvSpPr>
          <p:nvPr>
            <p:ph type="sldNum" idx="12"/>
          </p:nvPr>
        </p:nvSpPr>
        <p:spPr>
          <a:xfrm>
            <a:off x="19813543" y="27448926"/>
            <a:ext cx="1283100" cy="2316900"/>
          </a:xfrm>
          <a:prstGeom prst="rect">
            <a:avLst/>
          </a:prstGeom>
          <a:noFill/>
          <a:ln>
            <a:noFill/>
          </a:ln>
        </p:spPr>
        <p:txBody>
          <a:bodyPr spcFirstLastPara="1" wrap="square" lIns="328500" tIns="328500" rIns="328500" bIns="328500" anchor="ctr" anchorCtr="0">
            <a:norm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2"/>
          <p:cNvSpPr txBox="1">
            <a:spLocks noGrp="1"/>
          </p:cNvSpPr>
          <p:nvPr>
            <p:ph type="title"/>
          </p:nvPr>
        </p:nvSpPr>
        <p:spPr>
          <a:xfrm>
            <a:off x="728936" y="2619535"/>
            <a:ext cx="19926300" cy="3371100"/>
          </a:xfrm>
          <a:prstGeom prst="rect">
            <a:avLst/>
          </a:prstGeom>
          <a:noFill/>
          <a:ln>
            <a:noFill/>
          </a:ln>
        </p:spPr>
        <p:txBody>
          <a:bodyPr spcFirstLastPara="1" wrap="square" lIns="328500" tIns="328500" rIns="328500" bIns="328500" anchor="t" anchorCtr="0">
            <a:normAutofit/>
          </a:bodyPr>
          <a:lstStyle>
            <a:lvl1pPr marR="0" lvl="0" algn="l" rtl="0">
              <a:lnSpc>
                <a:spcPct val="100000"/>
              </a:lnSpc>
              <a:spcBef>
                <a:spcPts val="0"/>
              </a:spcBef>
              <a:spcAft>
                <a:spcPts val="0"/>
              </a:spcAft>
              <a:buClr>
                <a:schemeClr val="dk1"/>
              </a:buClr>
              <a:buSzPts val="10100"/>
              <a:buFont typeface="Arial"/>
              <a:buNone/>
              <a:defRPr sz="101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10100"/>
              <a:buFont typeface="Arial"/>
              <a:buNone/>
              <a:defRPr sz="101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0100"/>
              <a:buFont typeface="Arial"/>
              <a:buNone/>
              <a:defRPr sz="101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0100"/>
              <a:buFont typeface="Arial"/>
              <a:buNone/>
              <a:defRPr sz="101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0100"/>
              <a:buFont typeface="Arial"/>
              <a:buNone/>
              <a:defRPr sz="101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0100"/>
              <a:buFont typeface="Arial"/>
              <a:buNone/>
              <a:defRPr sz="101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0100"/>
              <a:buFont typeface="Arial"/>
              <a:buNone/>
              <a:defRPr sz="101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0100"/>
              <a:buFont typeface="Arial"/>
              <a:buNone/>
              <a:defRPr sz="101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0100"/>
              <a:buFont typeface="Arial"/>
              <a:buNone/>
              <a:defRPr sz="10100" b="0" i="0" u="none" strike="noStrike" cap="none">
                <a:solidFill>
                  <a:schemeClr val="dk1"/>
                </a:solidFill>
                <a:latin typeface="Arial"/>
                <a:ea typeface="Arial"/>
                <a:cs typeface="Arial"/>
                <a:sym typeface="Arial"/>
              </a:defRPr>
            </a:lvl9pPr>
          </a:lstStyle>
          <a:p>
            <a:endParaRPr/>
          </a:p>
        </p:txBody>
      </p:sp>
      <p:sp>
        <p:nvSpPr>
          <p:cNvPr id="7" name="Google Shape;7;p2"/>
          <p:cNvSpPr txBox="1">
            <a:spLocks noGrp="1"/>
          </p:cNvSpPr>
          <p:nvPr>
            <p:ph type="body" idx="1"/>
          </p:nvPr>
        </p:nvSpPr>
        <p:spPr>
          <a:xfrm>
            <a:off x="728936" y="6783772"/>
            <a:ext cx="19926300" cy="20109600"/>
          </a:xfrm>
          <a:prstGeom prst="rect">
            <a:avLst/>
          </a:prstGeom>
          <a:noFill/>
          <a:ln>
            <a:noFill/>
          </a:ln>
        </p:spPr>
        <p:txBody>
          <a:bodyPr spcFirstLastPara="1" wrap="square" lIns="328500" tIns="328500" rIns="328500" bIns="328500" anchor="t" anchorCtr="0">
            <a:normAutofit/>
          </a:bodyPr>
          <a:lstStyle>
            <a:lvl1pPr marL="457200" marR="0" lvl="0" indent="-641350" algn="l" rtl="0">
              <a:lnSpc>
                <a:spcPct val="115000"/>
              </a:lnSpc>
              <a:spcBef>
                <a:spcPts val="0"/>
              </a:spcBef>
              <a:spcAft>
                <a:spcPts val="0"/>
              </a:spcAft>
              <a:buClr>
                <a:schemeClr val="dk2"/>
              </a:buClr>
              <a:buSzPts val="6500"/>
              <a:buFont typeface="Arial"/>
              <a:buChar char="●"/>
              <a:defRPr sz="6500" b="0" i="0" u="none" strike="noStrike" cap="none">
                <a:solidFill>
                  <a:schemeClr val="dk2"/>
                </a:solidFill>
                <a:latin typeface="Arial"/>
                <a:ea typeface="Arial"/>
                <a:cs typeface="Arial"/>
                <a:sym typeface="Arial"/>
              </a:defRPr>
            </a:lvl1pPr>
            <a:lvl2pPr marL="914400" marR="0" lvl="1" indent="-546100" algn="l" rtl="0">
              <a:lnSpc>
                <a:spcPct val="115000"/>
              </a:lnSpc>
              <a:spcBef>
                <a:spcPts val="0"/>
              </a:spcBef>
              <a:spcAft>
                <a:spcPts val="0"/>
              </a:spcAft>
              <a:buClr>
                <a:schemeClr val="dk2"/>
              </a:buClr>
              <a:buSzPts val="5000"/>
              <a:buFont typeface="Arial"/>
              <a:buChar char="○"/>
              <a:defRPr sz="5000" b="0" i="0" u="none" strike="noStrike" cap="none">
                <a:solidFill>
                  <a:schemeClr val="dk2"/>
                </a:solidFill>
                <a:latin typeface="Arial"/>
                <a:ea typeface="Arial"/>
                <a:cs typeface="Arial"/>
                <a:sym typeface="Arial"/>
              </a:defRPr>
            </a:lvl2pPr>
            <a:lvl3pPr marL="1371600" marR="0" lvl="2" indent="-546100" algn="l" rtl="0">
              <a:lnSpc>
                <a:spcPct val="115000"/>
              </a:lnSpc>
              <a:spcBef>
                <a:spcPts val="0"/>
              </a:spcBef>
              <a:spcAft>
                <a:spcPts val="0"/>
              </a:spcAft>
              <a:buClr>
                <a:schemeClr val="dk2"/>
              </a:buClr>
              <a:buSzPts val="5000"/>
              <a:buFont typeface="Arial"/>
              <a:buChar char="■"/>
              <a:defRPr sz="5000" b="0" i="0" u="none" strike="noStrike" cap="none">
                <a:solidFill>
                  <a:schemeClr val="dk2"/>
                </a:solidFill>
                <a:latin typeface="Arial"/>
                <a:ea typeface="Arial"/>
                <a:cs typeface="Arial"/>
                <a:sym typeface="Arial"/>
              </a:defRPr>
            </a:lvl3pPr>
            <a:lvl4pPr marL="1828800" marR="0" lvl="3" indent="-546100" algn="l" rtl="0">
              <a:lnSpc>
                <a:spcPct val="115000"/>
              </a:lnSpc>
              <a:spcBef>
                <a:spcPts val="0"/>
              </a:spcBef>
              <a:spcAft>
                <a:spcPts val="0"/>
              </a:spcAft>
              <a:buClr>
                <a:schemeClr val="dk2"/>
              </a:buClr>
              <a:buSzPts val="5000"/>
              <a:buFont typeface="Arial"/>
              <a:buChar char="●"/>
              <a:defRPr sz="5000" b="0" i="0" u="none" strike="noStrike" cap="none">
                <a:solidFill>
                  <a:schemeClr val="dk2"/>
                </a:solidFill>
                <a:latin typeface="Arial"/>
                <a:ea typeface="Arial"/>
                <a:cs typeface="Arial"/>
                <a:sym typeface="Arial"/>
              </a:defRPr>
            </a:lvl4pPr>
            <a:lvl5pPr marL="2286000" marR="0" lvl="4" indent="-546100" algn="l" rtl="0">
              <a:lnSpc>
                <a:spcPct val="115000"/>
              </a:lnSpc>
              <a:spcBef>
                <a:spcPts val="0"/>
              </a:spcBef>
              <a:spcAft>
                <a:spcPts val="0"/>
              </a:spcAft>
              <a:buClr>
                <a:schemeClr val="dk2"/>
              </a:buClr>
              <a:buSzPts val="5000"/>
              <a:buFont typeface="Arial"/>
              <a:buChar char="○"/>
              <a:defRPr sz="5000" b="0" i="0" u="none" strike="noStrike" cap="none">
                <a:solidFill>
                  <a:schemeClr val="dk2"/>
                </a:solidFill>
                <a:latin typeface="Arial"/>
                <a:ea typeface="Arial"/>
                <a:cs typeface="Arial"/>
                <a:sym typeface="Arial"/>
              </a:defRPr>
            </a:lvl5pPr>
            <a:lvl6pPr marL="2743200" marR="0" lvl="5" indent="-546100" algn="l" rtl="0">
              <a:lnSpc>
                <a:spcPct val="115000"/>
              </a:lnSpc>
              <a:spcBef>
                <a:spcPts val="0"/>
              </a:spcBef>
              <a:spcAft>
                <a:spcPts val="0"/>
              </a:spcAft>
              <a:buClr>
                <a:schemeClr val="dk2"/>
              </a:buClr>
              <a:buSzPts val="5000"/>
              <a:buFont typeface="Arial"/>
              <a:buChar char="■"/>
              <a:defRPr sz="5000" b="0" i="0" u="none" strike="noStrike" cap="none">
                <a:solidFill>
                  <a:schemeClr val="dk2"/>
                </a:solidFill>
                <a:latin typeface="Arial"/>
                <a:ea typeface="Arial"/>
                <a:cs typeface="Arial"/>
                <a:sym typeface="Arial"/>
              </a:defRPr>
            </a:lvl6pPr>
            <a:lvl7pPr marL="3200400" marR="0" lvl="6" indent="-546100" algn="l" rtl="0">
              <a:lnSpc>
                <a:spcPct val="115000"/>
              </a:lnSpc>
              <a:spcBef>
                <a:spcPts val="0"/>
              </a:spcBef>
              <a:spcAft>
                <a:spcPts val="0"/>
              </a:spcAft>
              <a:buClr>
                <a:schemeClr val="dk2"/>
              </a:buClr>
              <a:buSzPts val="5000"/>
              <a:buFont typeface="Arial"/>
              <a:buChar char="●"/>
              <a:defRPr sz="5000" b="0" i="0" u="none" strike="noStrike" cap="none">
                <a:solidFill>
                  <a:schemeClr val="dk2"/>
                </a:solidFill>
                <a:latin typeface="Arial"/>
                <a:ea typeface="Arial"/>
                <a:cs typeface="Arial"/>
                <a:sym typeface="Arial"/>
              </a:defRPr>
            </a:lvl7pPr>
            <a:lvl8pPr marL="3657600" marR="0" lvl="7" indent="-546100" algn="l" rtl="0">
              <a:lnSpc>
                <a:spcPct val="115000"/>
              </a:lnSpc>
              <a:spcBef>
                <a:spcPts val="0"/>
              </a:spcBef>
              <a:spcAft>
                <a:spcPts val="0"/>
              </a:spcAft>
              <a:buClr>
                <a:schemeClr val="dk2"/>
              </a:buClr>
              <a:buSzPts val="5000"/>
              <a:buFont typeface="Arial"/>
              <a:buChar char="○"/>
              <a:defRPr sz="5000" b="0" i="0" u="none" strike="noStrike" cap="none">
                <a:solidFill>
                  <a:schemeClr val="dk2"/>
                </a:solidFill>
                <a:latin typeface="Arial"/>
                <a:ea typeface="Arial"/>
                <a:cs typeface="Arial"/>
                <a:sym typeface="Arial"/>
              </a:defRPr>
            </a:lvl8pPr>
            <a:lvl9pPr marL="4114800" marR="0" lvl="8" indent="-546100" algn="l" rtl="0">
              <a:lnSpc>
                <a:spcPct val="115000"/>
              </a:lnSpc>
              <a:spcBef>
                <a:spcPts val="0"/>
              </a:spcBef>
              <a:spcAft>
                <a:spcPts val="0"/>
              </a:spcAft>
              <a:buClr>
                <a:schemeClr val="dk2"/>
              </a:buClr>
              <a:buSzPts val="5000"/>
              <a:buFont typeface="Arial"/>
              <a:buChar char="■"/>
              <a:defRPr sz="5000" b="0" i="0" u="none" strike="noStrike" cap="none">
                <a:solidFill>
                  <a:schemeClr val="dk2"/>
                </a:solidFill>
                <a:latin typeface="Arial"/>
                <a:ea typeface="Arial"/>
                <a:cs typeface="Arial"/>
                <a:sym typeface="Arial"/>
              </a:defRPr>
            </a:lvl9pPr>
          </a:lstStyle>
          <a:p>
            <a:endParaRPr/>
          </a:p>
        </p:txBody>
      </p:sp>
      <p:sp>
        <p:nvSpPr>
          <p:cNvPr id="8" name="Google Shape;8;p2"/>
          <p:cNvSpPr txBox="1">
            <a:spLocks noGrp="1"/>
          </p:cNvSpPr>
          <p:nvPr>
            <p:ph type="sldNum" idx="12"/>
          </p:nvPr>
        </p:nvSpPr>
        <p:spPr>
          <a:xfrm>
            <a:off x="19813543" y="27448926"/>
            <a:ext cx="1283100" cy="2316900"/>
          </a:xfrm>
          <a:prstGeom prst="rect">
            <a:avLst/>
          </a:prstGeom>
          <a:noFill/>
          <a:ln>
            <a:noFill/>
          </a:ln>
        </p:spPr>
        <p:txBody>
          <a:bodyPr spcFirstLastPara="1" wrap="square" lIns="328500" tIns="328500" rIns="328500" bIns="328500" anchor="ctr" anchorCtr="0">
            <a:normAutofit/>
          </a:bodyPr>
          <a:lstStyle>
            <a:lvl1pPr marL="0" marR="0" lvl="0" indent="0" algn="r" rtl="0">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3600"/>
              <a:buFont typeface="Arial"/>
              <a:buNone/>
              <a:defRPr sz="36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t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huggingface.co/datasets/stanfordnlp/imdb"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hyperlink" Target="https://www.kaggle.com/datasets/meetnagadia/amazon-kindle-book-review-for-sentiment-analysis" TargetMode="External"/><Relationship Id="rId4" Type="http://schemas.openxmlformats.org/officeDocument/2006/relationships/hyperlink" Target="https://www.kaggle.com/datasets/ziadmostafa1/restaurant-review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53"/>
        <p:cNvGrpSpPr/>
        <p:nvPr/>
      </p:nvGrpSpPr>
      <p:grpSpPr>
        <a:xfrm>
          <a:off x="0" y="0"/>
          <a:ext cx="0" cy="0"/>
          <a:chOff x="0" y="0"/>
          <a:chExt cx="0" cy="0"/>
        </a:xfrm>
      </p:grpSpPr>
      <p:sp>
        <p:nvSpPr>
          <p:cNvPr id="54" name="Google Shape;54;p1"/>
          <p:cNvSpPr txBox="1"/>
          <p:nvPr/>
        </p:nvSpPr>
        <p:spPr>
          <a:xfrm>
            <a:off x="3834700" y="346675"/>
            <a:ext cx="14237100" cy="1634899"/>
          </a:xfrm>
          <a:prstGeom prst="rect">
            <a:avLst/>
          </a:prstGeom>
          <a:solidFill>
            <a:srgbClr val="9EC0D5"/>
          </a:solidFill>
          <a:ln>
            <a:noFill/>
          </a:ln>
        </p:spPr>
        <p:txBody>
          <a:bodyPr spcFirstLastPara="1" wrap="square" lIns="76825" tIns="38400" rIns="76825" bIns="38400" anchor="t" anchorCtr="0">
            <a:spAutoFit/>
          </a:bodyPr>
          <a:lstStyle/>
          <a:p>
            <a:pPr marL="0" marR="0" lvl="0" indent="0" algn="ctr" rtl="0">
              <a:lnSpc>
                <a:spcPct val="115000"/>
              </a:lnSpc>
              <a:spcBef>
                <a:spcPts val="0"/>
              </a:spcBef>
              <a:spcAft>
                <a:spcPts val="0"/>
              </a:spcAft>
              <a:buClr>
                <a:srgbClr val="000000"/>
              </a:buClr>
              <a:buSzPts val="4400"/>
              <a:buFont typeface="Arial"/>
              <a:buNone/>
            </a:pPr>
            <a:r>
              <a:rPr lang="tr" sz="4400" b="1" i="0" u="none" strike="noStrike" cap="none">
                <a:solidFill>
                  <a:srgbClr val="000000"/>
                </a:solidFill>
                <a:latin typeface="Times New Roman"/>
                <a:ea typeface="Times New Roman"/>
                <a:cs typeface="Times New Roman"/>
                <a:sym typeface="Times New Roman"/>
              </a:rPr>
              <a:t>Evaluating NLP Methods for Sentiment, Topic Classification, and Named Entity Recognition</a:t>
            </a:r>
            <a:endParaRPr sz="4400" b="1" i="0" u="none" strike="noStrike" cap="none">
              <a:solidFill>
                <a:srgbClr val="000000"/>
              </a:solidFill>
              <a:latin typeface="Times New Roman"/>
              <a:ea typeface="Times New Roman"/>
              <a:cs typeface="Times New Roman"/>
              <a:sym typeface="Times New Roman"/>
            </a:endParaRPr>
          </a:p>
        </p:txBody>
      </p:sp>
      <p:sp>
        <p:nvSpPr>
          <p:cNvPr id="55" name="Google Shape;55;p1"/>
          <p:cNvSpPr txBox="1"/>
          <p:nvPr/>
        </p:nvSpPr>
        <p:spPr>
          <a:xfrm>
            <a:off x="484039" y="4144546"/>
            <a:ext cx="20415900" cy="539400"/>
          </a:xfrm>
          <a:prstGeom prst="rect">
            <a:avLst/>
          </a:prstGeom>
          <a:solidFill>
            <a:srgbClr val="9EC0D5"/>
          </a:solidFill>
          <a:ln>
            <a:noFill/>
          </a:ln>
        </p:spPr>
        <p:txBody>
          <a:bodyPr spcFirstLastPara="1" wrap="square" lIns="76825" tIns="38400" rIns="76825" bIns="38400" anchor="t" anchorCtr="0">
            <a:spAutoFit/>
          </a:bodyPr>
          <a:lstStyle/>
          <a:p>
            <a:pPr marL="0" marR="0" lvl="0" indent="0" algn="ctr" rtl="0">
              <a:lnSpc>
                <a:spcPct val="100000"/>
              </a:lnSpc>
              <a:spcBef>
                <a:spcPts val="0"/>
              </a:spcBef>
              <a:spcAft>
                <a:spcPts val="0"/>
              </a:spcAft>
              <a:buClr>
                <a:srgbClr val="000000"/>
              </a:buClr>
              <a:buSzPts val="3000"/>
              <a:buFont typeface="Arial"/>
              <a:buNone/>
            </a:pPr>
            <a:r>
              <a:rPr lang="tr" sz="3000" b="1" i="0" u="none" strike="noStrike" cap="none">
                <a:solidFill>
                  <a:srgbClr val="000000"/>
                </a:solidFill>
                <a:latin typeface="Times New Roman"/>
                <a:ea typeface="Times New Roman"/>
                <a:cs typeface="Times New Roman"/>
                <a:sym typeface="Times New Roman"/>
              </a:rPr>
              <a:t>Abstract</a:t>
            </a:r>
            <a:endParaRPr sz="3000" b="1" i="0" u="none" strike="noStrike" cap="none">
              <a:solidFill>
                <a:srgbClr val="000000"/>
              </a:solidFill>
              <a:latin typeface="Times New Roman"/>
              <a:ea typeface="Times New Roman"/>
              <a:cs typeface="Times New Roman"/>
              <a:sym typeface="Times New Roman"/>
            </a:endParaRPr>
          </a:p>
        </p:txBody>
      </p:sp>
      <p:sp>
        <p:nvSpPr>
          <p:cNvPr id="56" name="Google Shape;56;p1"/>
          <p:cNvSpPr txBox="1"/>
          <p:nvPr/>
        </p:nvSpPr>
        <p:spPr>
          <a:xfrm>
            <a:off x="484064" y="6678010"/>
            <a:ext cx="9920700" cy="539400"/>
          </a:xfrm>
          <a:prstGeom prst="rect">
            <a:avLst/>
          </a:prstGeom>
          <a:solidFill>
            <a:srgbClr val="9EC0D5"/>
          </a:solidFill>
          <a:ln>
            <a:noFill/>
          </a:ln>
        </p:spPr>
        <p:txBody>
          <a:bodyPr spcFirstLastPara="1" wrap="square" lIns="76825" tIns="38400" rIns="76825" bIns="38400" anchor="t" anchorCtr="0">
            <a:spAutoFit/>
          </a:bodyPr>
          <a:lstStyle/>
          <a:p>
            <a:pPr marL="0" marR="0" lvl="0" indent="0" algn="ctr" rtl="0">
              <a:lnSpc>
                <a:spcPct val="100000"/>
              </a:lnSpc>
              <a:spcBef>
                <a:spcPts val="0"/>
              </a:spcBef>
              <a:spcAft>
                <a:spcPts val="0"/>
              </a:spcAft>
              <a:buClr>
                <a:srgbClr val="000000"/>
              </a:buClr>
              <a:buSzPts val="3000"/>
              <a:buFont typeface="Arial"/>
              <a:buNone/>
            </a:pPr>
            <a:r>
              <a:rPr lang="tr" sz="3000" b="1" i="0" u="none" strike="noStrike" cap="none">
                <a:solidFill>
                  <a:srgbClr val="000000"/>
                </a:solidFill>
                <a:latin typeface="Times New Roman"/>
                <a:ea typeface="Times New Roman"/>
                <a:cs typeface="Times New Roman"/>
                <a:sym typeface="Times New Roman"/>
              </a:rPr>
              <a:t>Task Overview &amp; Data </a:t>
            </a:r>
            <a:endParaRPr sz="1200" b="0" i="0" u="none" strike="noStrike" cap="none">
              <a:solidFill>
                <a:srgbClr val="000000"/>
              </a:solidFill>
              <a:latin typeface="Times New Roman"/>
              <a:ea typeface="Times New Roman"/>
              <a:cs typeface="Times New Roman"/>
              <a:sym typeface="Times New Roman"/>
            </a:endParaRPr>
          </a:p>
        </p:txBody>
      </p:sp>
      <p:sp>
        <p:nvSpPr>
          <p:cNvPr id="57" name="Google Shape;57;p1"/>
          <p:cNvSpPr txBox="1"/>
          <p:nvPr/>
        </p:nvSpPr>
        <p:spPr>
          <a:xfrm>
            <a:off x="484125" y="7321300"/>
            <a:ext cx="9920700" cy="8704800"/>
          </a:xfrm>
          <a:prstGeom prst="rect">
            <a:avLst/>
          </a:prstGeom>
          <a:solidFill>
            <a:schemeClr val="lt1"/>
          </a:solidFill>
          <a:ln>
            <a:noFill/>
          </a:ln>
        </p:spPr>
        <p:txBody>
          <a:bodyPr spcFirstLastPara="1" wrap="square" lIns="91425" tIns="91425" rIns="91425" bIns="91425" anchor="t" anchorCtr="0">
            <a:noAutofit/>
          </a:bodyPr>
          <a:lstStyle/>
          <a:p>
            <a:pPr marL="0" marR="0" lvl="0" indent="0" algn="just" rtl="0">
              <a:lnSpc>
                <a:spcPct val="115000"/>
              </a:lnSpc>
              <a:spcBef>
                <a:spcPts val="1200"/>
              </a:spcBef>
              <a:spcAft>
                <a:spcPts val="1200"/>
              </a:spcAft>
              <a:buClr>
                <a:srgbClr val="000000"/>
              </a:buClr>
              <a:buSzPts val="2400"/>
              <a:buFont typeface="Arial"/>
              <a:buNone/>
            </a:pPr>
            <a:endParaRPr sz="2400" b="1" i="0" u="none" strike="noStrike" cap="none">
              <a:solidFill>
                <a:schemeClr val="dk2"/>
              </a:solidFill>
              <a:latin typeface="Times New Roman"/>
              <a:ea typeface="Times New Roman"/>
              <a:cs typeface="Times New Roman"/>
              <a:sym typeface="Times New Roman"/>
            </a:endParaRPr>
          </a:p>
        </p:txBody>
      </p:sp>
      <p:sp>
        <p:nvSpPr>
          <p:cNvPr id="58" name="Google Shape;58;p1"/>
          <p:cNvSpPr txBox="1"/>
          <p:nvPr/>
        </p:nvSpPr>
        <p:spPr>
          <a:xfrm>
            <a:off x="484125" y="25810786"/>
            <a:ext cx="9920700" cy="539400"/>
          </a:xfrm>
          <a:prstGeom prst="rect">
            <a:avLst/>
          </a:prstGeom>
          <a:solidFill>
            <a:srgbClr val="9EC0D5"/>
          </a:solidFill>
          <a:ln>
            <a:noFill/>
          </a:ln>
        </p:spPr>
        <p:txBody>
          <a:bodyPr spcFirstLastPara="1" wrap="square" lIns="76825" tIns="38400" rIns="76825" bIns="38400" anchor="t" anchorCtr="0">
            <a:spAutoFit/>
          </a:bodyPr>
          <a:lstStyle/>
          <a:p>
            <a:pPr marL="0" marR="0" lvl="0" indent="0" algn="ctr" rtl="0">
              <a:lnSpc>
                <a:spcPct val="100000"/>
              </a:lnSpc>
              <a:spcBef>
                <a:spcPts val="0"/>
              </a:spcBef>
              <a:spcAft>
                <a:spcPts val="0"/>
              </a:spcAft>
              <a:buClr>
                <a:srgbClr val="000000"/>
              </a:buClr>
              <a:buSzPts val="3000"/>
              <a:buFont typeface="Arial"/>
              <a:buNone/>
            </a:pPr>
            <a:r>
              <a:rPr lang="tr" sz="3000" b="1" i="0" u="none" strike="noStrike" cap="none">
                <a:solidFill>
                  <a:srgbClr val="000000"/>
                </a:solidFill>
                <a:latin typeface="Times New Roman"/>
                <a:ea typeface="Times New Roman"/>
                <a:cs typeface="Times New Roman"/>
                <a:sym typeface="Times New Roman"/>
              </a:rPr>
              <a:t>Results</a:t>
            </a:r>
            <a:endParaRPr sz="1200" b="0" i="0" u="none" strike="noStrike" cap="none">
              <a:solidFill>
                <a:srgbClr val="000000"/>
              </a:solidFill>
              <a:latin typeface="Times New Roman"/>
              <a:ea typeface="Times New Roman"/>
              <a:cs typeface="Times New Roman"/>
              <a:sym typeface="Times New Roman"/>
            </a:endParaRPr>
          </a:p>
        </p:txBody>
      </p:sp>
      <p:sp>
        <p:nvSpPr>
          <p:cNvPr id="59" name="Google Shape;59;p1"/>
          <p:cNvSpPr txBox="1"/>
          <p:nvPr/>
        </p:nvSpPr>
        <p:spPr>
          <a:xfrm>
            <a:off x="10979250" y="7327183"/>
            <a:ext cx="9920700" cy="2597400"/>
          </a:xfrm>
          <a:prstGeom prst="rect">
            <a:avLst/>
          </a:prstGeom>
          <a:solidFill>
            <a:schemeClr val="lt1"/>
          </a:solidFill>
          <a:ln>
            <a:noFill/>
          </a:ln>
        </p:spPr>
        <p:txBody>
          <a:bodyPr spcFirstLastPara="1" wrap="square" lIns="91425" tIns="91425" rIns="91425" bIns="91425" anchor="t" anchorCtr="0">
            <a:noAutofit/>
          </a:bodyPr>
          <a:lstStyle/>
          <a:p>
            <a:pPr marL="0" marR="0" lvl="0" indent="0" algn="just" rtl="0">
              <a:lnSpc>
                <a:spcPct val="115000"/>
              </a:lnSpc>
              <a:spcBef>
                <a:spcPts val="200"/>
              </a:spcBef>
              <a:spcAft>
                <a:spcPts val="0"/>
              </a:spcAft>
              <a:buClr>
                <a:srgbClr val="000000"/>
              </a:buClr>
              <a:buSzPts val="16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60" name="Google Shape;60;p1"/>
          <p:cNvSpPr txBox="1"/>
          <p:nvPr/>
        </p:nvSpPr>
        <p:spPr>
          <a:xfrm>
            <a:off x="484071" y="16337525"/>
            <a:ext cx="9920700" cy="539400"/>
          </a:xfrm>
          <a:prstGeom prst="rect">
            <a:avLst/>
          </a:prstGeom>
          <a:solidFill>
            <a:srgbClr val="9EC0D5"/>
          </a:solidFill>
          <a:ln>
            <a:noFill/>
          </a:ln>
        </p:spPr>
        <p:txBody>
          <a:bodyPr spcFirstLastPara="1" wrap="square" lIns="76825" tIns="38400" rIns="76825" bIns="38400" anchor="t" anchorCtr="0">
            <a:spAutoFit/>
          </a:bodyPr>
          <a:lstStyle/>
          <a:p>
            <a:pPr marL="0" marR="0" lvl="0" indent="0" algn="ctr" rtl="0">
              <a:lnSpc>
                <a:spcPct val="100000"/>
              </a:lnSpc>
              <a:spcBef>
                <a:spcPts val="0"/>
              </a:spcBef>
              <a:spcAft>
                <a:spcPts val="0"/>
              </a:spcAft>
              <a:buClr>
                <a:srgbClr val="000000"/>
              </a:buClr>
              <a:buSzPts val="3000"/>
              <a:buFont typeface="Arial"/>
              <a:buNone/>
            </a:pPr>
            <a:r>
              <a:rPr lang="tr" sz="3000" b="1" i="0" u="none" strike="noStrike" cap="none">
                <a:solidFill>
                  <a:srgbClr val="000000"/>
                </a:solidFill>
                <a:latin typeface="Times New Roman"/>
                <a:ea typeface="Times New Roman"/>
                <a:cs typeface="Times New Roman"/>
                <a:sym typeface="Times New Roman"/>
              </a:rPr>
              <a:t>Methods </a:t>
            </a:r>
            <a:endParaRPr sz="1200" b="0" i="0" u="none" strike="noStrike" cap="none">
              <a:solidFill>
                <a:srgbClr val="000000"/>
              </a:solidFill>
              <a:latin typeface="Times New Roman"/>
              <a:ea typeface="Times New Roman"/>
              <a:cs typeface="Times New Roman"/>
              <a:sym typeface="Times New Roman"/>
            </a:endParaRPr>
          </a:p>
        </p:txBody>
      </p:sp>
      <p:sp>
        <p:nvSpPr>
          <p:cNvPr id="61" name="Google Shape;61;p1"/>
          <p:cNvSpPr txBox="1"/>
          <p:nvPr/>
        </p:nvSpPr>
        <p:spPr>
          <a:xfrm>
            <a:off x="484075" y="16973000"/>
            <a:ext cx="9920700" cy="8523300"/>
          </a:xfrm>
          <a:prstGeom prst="rect">
            <a:avLst/>
          </a:prstGeom>
          <a:solidFill>
            <a:schemeClr val="lt1"/>
          </a:solidFill>
          <a:ln>
            <a:noFill/>
          </a:ln>
        </p:spPr>
        <p:txBody>
          <a:bodyPr spcFirstLastPara="1" wrap="square" lIns="91425" tIns="91425" rIns="91425" bIns="91425" anchor="t" anchorCtr="0">
            <a:noAutofit/>
          </a:bodyPr>
          <a:lstStyle/>
          <a:p>
            <a:pPr marL="0" marR="0" lvl="0" indent="0" algn="l" rtl="0">
              <a:lnSpc>
                <a:spcPct val="115000"/>
              </a:lnSpc>
              <a:spcBef>
                <a:spcPts val="1200"/>
              </a:spcBef>
              <a:spcAft>
                <a:spcPts val="0"/>
              </a:spcAft>
              <a:buClr>
                <a:srgbClr val="000000"/>
              </a:buClr>
              <a:buSzPts val="2400"/>
              <a:buFont typeface="Arial"/>
              <a:buNone/>
            </a:pPr>
            <a:endParaRPr sz="2400" b="0" i="0" u="none" strike="noStrike" cap="none">
              <a:solidFill>
                <a:schemeClr val="dk2"/>
              </a:solidFill>
              <a:latin typeface="Times New Roman"/>
              <a:ea typeface="Times New Roman"/>
              <a:cs typeface="Times New Roman"/>
              <a:sym typeface="Times New Roman"/>
            </a:endParaRPr>
          </a:p>
          <a:p>
            <a:pPr marL="0" marR="0" lvl="0" indent="0" algn="l" rtl="0">
              <a:lnSpc>
                <a:spcPct val="115000"/>
              </a:lnSpc>
              <a:spcBef>
                <a:spcPts val="1200"/>
              </a:spcBef>
              <a:spcAft>
                <a:spcPts val="0"/>
              </a:spcAft>
              <a:buClr>
                <a:srgbClr val="000000"/>
              </a:buClr>
              <a:buSzPts val="2400"/>
              <a:buFont typeface="Arial"/>
              <a:buNone/>
            </a:pPr>
            <a:endParaRPr sz="2400" b="0" i="0" u="none" strike="noStrike" cap="none">
              <a:solidFill>
                <a:schemeClr val="dk2"/>
              </a:solidFill>
              <a:latin typeface="Times New Roman"/>
              <a:ea typeface="Times New Roman"/>
              <a:cs typeface="Times New Roman"/>
              <a:sym typeface="Times New Roman"/>
            </a:endParaRPr>
          </a:p>
          <a:p>
            <a:pPr marL="0" marR="0" lvl="0" indent="0" algn="l" rtl="0">
              <a:lnSpc>
                <a:spcPct val="115000"/>
              </a:lnSpc>
              <a:spcBef>
                <a:spcPts val="1200"/>
              </a:spcBef>
              <a:spcAft>
                <a:spcPts val="0"/>
              </a:spcAft>
              <a:buClr>
                <a:srgbClr val="000000"/>
              </a:buClr>
              <a:buSzPts val="2400"/>
              <a:buFont typeface="Arial"/>
              <a:buNone/>
            </a:pPr>
            <a:endParaRPr sz="2400" b="0" i="0" u="none" strike="noStrike" cap="none">
              <a:solidFill>
                <a:schemeClr val="dk2"/>
              </a:solidFill>
              <a:latin typeface="Times New Roman"/>
              <a:ea typeface="Times New Roman"/>
              <a:cs typeface="Times New Roman"/>
              <a:sym typeface="Times New Roman"/>
            </a:endParaRPr>
          </a:p>
          <a:p>
            <a:pPr marL="0" marR="0" lvl="0" indent="0" algn="l" rtl="0">
              <a:lnSpc>
                <a:spcPct val="115000"/>
              </a:lnSpc>
              <a:spcBef>
                <a:spcPts val="1200"/>
              </a:spcBef>
              <a:spcAft>
                <a:spcPts val="0"/>
              </a:spcAft>
              <a:buClr>
                <a:srgbClr val="000000"/>
              </a:buClr>
              <a:buSzPts val="2400"/>
              <a:buFont typeface="Arial"/>
              <a:buNone/>
            </a:pPr>
            <a:endParaRPr sz="2400" b="0" i="0" u="none" strike="noStrike" cap="none">
              <a:solidFill>
                <a:schemeClr val="dk2"/>
              </a:solidFill>
              <a:latin typeface="Times New Roman"/>
              <a:ea typeface="Times New Roman"/>
              <a:cs typeface="Times New Roman"/>
              <a:sym typeface="Times New Roman"/>
            </a:endParaRPr>
          </a:p>
          <a:p>
            <a:pPr marL="0" marR="0" lvl="0" indent="0" algn="l" rtl="0">
              <a:lnSpc>
                <a:spcPct val="115000"/>
              </a:lnSpc>
              <a:spcBef>
                <a:spcPts val="1200"/>
              </a:spcBef>
              <a:spcAft>
                <a:spcPts val="0"/>
              </a:spcAft>
              <a:buClr>
                <a:srgbClr val="000000"/>
              </a:buClr>
              <a:buSzPts val="2400"/>
              <a:buFont typeface="Arial"/>
              <a:buNone/>
            </a:pPr>
            <a:endParaRPr sz="2400" b="0" i="0" u="none" strike="noStrike" cap="none">
              <a:solidFill>
                <a:schemeClr val="dk2"/>
              </a:solidFill>
              <a:latin typeface="Times New Roman"/>
              <a:ea typeface="Times New Roman"/>
              <a:cs typeface="Times New Roman"/>
              <a:sym typeface="Times New Roman"/>
            </a:endParaRPr>
          </a:p>
          <a:p>
            <a:pPr marL="0" marR="0" lvl="0" indent="0" algn="l" rtl="0">
              <a:lnSpc>
                <a:spcPct val="115000"/>
              </a:lnSpc>
              <a:spcBef>
                <a:spcPts val="1200"/>
              </a:spcBef>
              <a:spcAft>
                <a:spcPts val="0"/>
              </a:spcAft>
              <a:buClr>
                <a:srgbClr val="000000"/>
              </a:buClr>
              <a:buSzPts val="2400"/>
              <a:buFont typeface="Arial"/>
              <a:buNone/>
            </a:pPr>
            <a:endParaRPr sz="2400" b="0" i="0" u="none" strike="noStrike" cap="none">
              <a:solidFill>
                <a:schemeClr val="dk2"/>
              </a:solidFill>
              <a:latin typeface="Times New Roman"/>
              <a:ea typeface="Times New Roman"/>
              <a:cs typeface="Times New Roman"/>
              <a:sym typeface="Times New Roman"/>
            </a:endParaRPr>
          </a:p>
          <a:p>
            <a:pPr marL="0" marR="0" lvl="0" indent="0" algn="l" rtl="0">
              <a:lnSpc>
                <a:spcPct val="115000"/>
              </a:lnSpc>
              <a:spcBef>
                <a:spcPts val="1200"/>
              </a:spcBef>
              <a:spcAft>
                <a:spcPts val="0"/>
              </a:spcAft>
              <a:buClr>
                <a:srgbClr val="000000"/>
              </a:buClr>
              <a:buSzPts val="2400"/>
              <a:buFont typeface="Arial"/>
              <a:buNone/>
            </a:pPr>
            <a:endParaRPr sz="2400" b="0" i="0" u="none" strike="noStrike" cap="none">
              <a:solidFill>
                <a:schemeClr val="dk2"/>
              </a:solidFill>
              <a:latin typeface="Times New Roman"/>
              <a:ea typeface="Times New Roman"/>
              <a:cs typeface="Times New Roman"/>
              <a:sym typeface="Times New Roman"/>
            </a:endParaRPr>
          </a:p>
          <a:p>
            <a:pPr marL="0" marR="0" lvl="0" indent="0" algn="l" rtl="0">
              <a:lnSpc>
                <a:spcPct val="115000"/>
              </a:lnSpc>
              <a:spcBef>
                <a:spcPts val="1200"/>
              </a:spcBef>
              <a:spcAft>
                <a:spcPts val="0"/>
              </a:spcAft>
              <a:buClr>
                <a:srgbClr val="000000"/>
              </a:buClr>
              <a:buSzPts val="2400"/>
              <a:buFont typeface="Arial"/>
              <a:buNone/>
            </a:pPr>
            <a:endParaRPr sz="2400" b="0" i="0" u="none" strike="noStrike" cap="none">
              <a:solidFill>
                <a:schemeClr val="dk2"/>
              </a:solidFill>
              <a:latin typeface="Times New Roman"/>
              <a:ea typeface="Times New Roman"/>
              <a:cs typeface="Times New Roman"/>
              <a:sym typeface="Times New Roman"/>
            </a:endParaRPr>
          </a:p>
          <a:p>
            <a:pPr marL="0" marR="0" lvl="0" indent="0" algn="l" rtl="0">
              <a:lnSpc>
                <a:spcPct val="115000"/>
              </a:lnSpc>
              <a:spcBef>
                <a:spcPts val="1200"/>
              </a:spcBef>
              <a:spcAft>
                <a:spcPts val="0"/>
              </a:spcAft>
              <a:buClr>
                <a:srgbClr val="000000"/>
              </a:buClr>
              <a:buSzPts val="2400"/>
              <a:buFont typeface="Arial"/>
              <a:buNone/>
            </a:pPr>
            <a:endParaRPr sz="2400" b="0" i="0" u="none" strike="noStrike" cap="none">
              <a:solidFill>
                <a:schemeClr val="dk2"/>
              </a:solidFill>
              <a:latin typeface="Times New Roman"/>
              <a:ea typeface="Times New Roman"/>
              <a:cs typeface="Times New Roman"/>
              <a:sym typeface="Times New Roman"/>
            </a:endParaRPr>
          </a:p>
          <a:p>
            <a:pPr marL="0" marR="0" lvl="0" indent="0" algn="l" rtl="0">
              <a:lnSpc>
                <a:spcPct val="115000"/>
              </a:lnSpc>
              <a:spcBef>
                <a:spcPts val="1200"/>
              </a:spcBef>
              <a:spcAft>
                <a:spcPts val="0"/>
              </a:spcAft>
              <a:buClr>
                <a:srgbClr val="000000"/>
              </a:buClr>
              <a:buSzPts val="2400"/>
              <a:buFont typeface="Arial"/>
              <a:buNone/>
            </a:pPr>
            <a:endParaRPr sz="2400" b="0" i="0" u="none" strike="noStrike" cap="none">
              <a:solidFill>
                <a:schemeClr val="dk2"/>
              </a:solidFill>
              <a:latin typeface="Times New Roman"/>
              <a:ea typeface="Times New Roman"/>
              <a:cs typeface="Times New Roman"/>
              <a:sym typeface="Times New Roman"/>
            </a:endParaRPr>
          </a:p>
          <a:p>
            <a:pPr marL="0" marR="0" lvl="0" indent="0" algn="l" rtl="0">
              <a:lnSpc>
                <a:spcPct val="115000"/>
              </a:lnSpc>
              <a:spcBef>
                <a:spcPts val="1200"/>
              </a:spcBef>
              <a:spcAft>
                <a:spcPts val="0"/>
              </a:spcAft>
              <a:buClr>
                <a:srgbClr val="000000"/>
              </a:buClr>
              <a:buSzPts val="2400"/>
              <a:buFont typeface="Arial"/>
              <a:buNone/>
            </a:pPr>
            <a:endParaRPr sz="2400" b="0" i="0" u="none" strike="noStrike" cap="none">
              <a:solidFill>
                <a:schemeClr val="dk2"/>
              </a:solidFill>
              <a:latin typeface="Times New Roman"/>
              <a:ea typeface="Times New Roman"/>
              <a:cs typeface="Times New Roman"/>
              <a:sym typeface="Times New Roman"/>
            </a:endParaRPr>
          </a:p>
          <a:p>
            <a:pPr marL="0" marR="0" lvl="0" indent="0" algn="l" rtl="0">
              <a:lnSpc>
                <a:spcPct val="115000"/>
              </a:lnSpc>
              <a:spcBef>
                <a:spcPts val="120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a:p>
            <a:pPr marL="0" marR="0" lvl="0" indent="0" algn="l" rtl="0">
              <a:lnSpc>
                <a:spcPct val="115000"/>
              </a:lnSpc>
              <a:spcBef>
                <a:spcPts val="120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1200"/>
              </a:spcBef>
              <a:spcAft>
                <a:spcPts val="0"/>
              </a:spcAft>
              <a:buClr>
                <a:srgbClr val="000000"/>
              </a:buClr>
              <a:buSzPts val="2400"/>
              <a:buFont typeface="Arial"/>
              <a:buNone/>
            </a:pPr>
            <a:endParaRPr sz="2400" b="0" i="0" u="none" strike="noStrike" cap="none">
              <a:solidFill>
                <a:schemeClr val="dk2"/>
              </a:solidFill>
              <a:latin typeface="Times New Roman"/>
              <a:ea typeface="Times New Roman"/>
              <a:cs typeface="Times New Roman"/>
              <a:sym typeface="Times New Roman"/>
            </a:endParaRPr>
          </a:p>
          <a:p>
            <a:pPr marL="0" marR="0" lvl="0" indent="0" algn="l" rtl="0">
              <a:lnSpc>
                <a:spcPct val="115000"/>
              </a:lnSpc>
              <a:spcBef>
                <a:spcPts val="1200"/>
              </a:spcBef>
              <a:spcAft>
                <a:spcPts val="0"/>
              </a:spcAft>
              <a:buClr>
                <a:srgbClr val="000000"/>
              </a:buClr>
              <a:buSzPts val="2400"/>
              <a:buFont typeface="Arial"/>
              <a:buNone/>
            </a:pPr>
            <a:endParaRPr sz="2400" b="0" i="0" u="none" strike="noStrike" cap="none">
              <a:solidFill>
                <a:schemeClr val="dk2"/>
              </a:solidFill>
              <a:latin typeface="Times New Roman"/>
              <a:ea typeface="Times New Roman"/>
              <a:cs typeface="Times New Roman"/>
              <a:sym typeface="Times New Roman"/>
            </a:endParaRPr>
          </a:p>
          <a:p>
            <a:pPr marL="0" marR="0" lvl="0" indent="0" algn="l" rtl="0">
              <a:lnSpc>
                <a:spcPct val="115000"/>
              </a:lnSpc>
              <a:spcBef>
                <a:spcPts val="1200"/>
              </a:spcBef>
              <a:spcAft>
                <a:spcPts val="0"/>
              </a:spcAft>
              <a:buClr>
                <a:srgbClr val="000000"/>
              </a:buClr>
              <a:buSzPts val="2400"/>
              <a:buFont typeface="Arial"/>
              <a:buNone/>
            </a:pPr>
            <a:endParaRPr sz="2400" b="0" i="0" u="none" strike="noStrike" cap="none">
              <a:solidFill>
                <a:schemeClr val="dk2"/>
              </a:solidFill>
              <a:latin typeface="Times New Roman"/>
              <a:ea typeface="Times New Roman"/>
              <a:cs typeface="Times New Roman"/>
              <a:sym typeface="Times New Roman"/>
            </a:endParaRPr>
          </a:p>
          <a:p>
            <a:pPr marL="0" marR="0" lvl="0" indent="0" algn="l" rtl="0">
              <a:lnSpc>
                <a:spcPct val="115000"/>
              </a:lnSpc>
              <a:spcBef>
                <a:spcPts val="1200"/>
              </a:spcBef>
              <a:spcAft>
                <a:spcPts val="0"/>
              </a:spcAft>
              <a:buClr>
                <a:srgbClr val="000000"/>
              </a:buClr>
              <a:buSzPts val="2400"/>
              <a:buFont typeface="Arial"/>
              <a:buNone/>
            </a:pPr>
            <a:endParaRPr sz="2400" b="0" i="0" u="none" strike="noStrike" cap="none">
              <a:solidFill>
                <a:schemeClr val="dk2"/>
              </a:solidFill>
              <a:latin typeface="Times New Roman"/>
              <a:ea typeface="Times New Roman"/>
              <a:cs typeface="Times New Roman"/>
              <a:sym typeface="Times New Roman"/>
            </a:endParaRPr>
          </a:p>
          <a:p>
            <a:pPr marL="0" marR="0" lvl="0" indent="0" algn="l" rtl="0">
              <a:lnSpc>
                <a:spcPct val="115000"/>
              </a:lnSpc>
              <a:spcBef>
                <a:spcPts val="1200"/>
              </a:spcBef>
              <a:spcAft>
                <a:spcPts val="0"/>
              </a:spcAft>
              <a:buClr>
                <a:srgbClr val="000000"/>
              </a:buClr>
              <a:buSzPts val="2400"/>
              <a:buFont typeface="Arial"/>
              <a:buNone/>
            </a:pPr>
            <a:endParaRPr sz="2400" b="0" i="0" u="none" strike="noStrike" cap="none">
              <a:solidFill>
                <a:schemeClr val="dk2"/>
              </a:solidFill>
              <a:latin typeface="Times New Roman"/>
              <a:ea typeface="Times New Roman"/>
              <a:cs typeface="Times New Roman"/>
              <a:sym typeface="Times New Roman"/>
            </a:endParaRPr>
          </a:p>
          <a:p>
            <a:pPr marL="0" marR="0" lvl="0" indent="0" algn="l" rtl="0">
              <a:lnSpc>
                <a:spcPct val="115000"/>
              </a:lnSpc>
              <a:spcBef>
                <a:spcPts val="1200"/>
              </a:spcBef>
              <a:spcAft>
                <a:spcPts val="0"/>
              </a:spcAft>
              <a:buClr>
                <a:srgbClr val="000000"/>
              </a:buClr>
              <a:buSzPts val="2400"/>
              <a:buFont typeface="Arial"/>
              <a:buNone/>
            </a:pPr>
            <a:endParaRPr sz="2400" b="0" i="0" u="none" strike="noStrike" cap="none">
              <a:solidFill>
                <a:schemeClr val="dk2"/>
              </a:solidFill>
              <a:latin typeface="Times New Roman"/>
              <a:ea typeface="Times New Roman"/>
              <a:cs typeface="Times New Roman"/>
              <a:sym typeface="Times New Roman"/>
            </a:endParaRPr>
          </a:p>
          <a:p>
            <a:pPr marL="0" marR="0" lvl="0" indent="0" algn="l" rtl="0">
              <a:lnSpc>
                <a:spcPct val="115000"/>
              </a:lnSpc>
              <a:spcBef>
                <a:spcPts val="1200"/>
              </a:spcBef>
              <a:spcAft>
                <a:spcPts val="0"/>
              </a:spcAft>
              <a:buClr>
                <a:srgbClr val="000000"/>
              </a:buClr>
              <a:buSzPts val="2400"/>
              <a:buFont typeface="Arial"/>
              <a:buNone/>
            </a:pPr>
            <a:endParaRPr sz="2400" b="0" i="0" u="none" strike="noStrike" cap="none">
              <a:solidFill>
                <a:schemeClr val="dk2"/>
              </a:solidFill>
              <a:latin typeface="Times New Roman"/>
              <a:ea typeface="Times New Roman"/>
              <a:cs typeface="Times New Roman"/>
              <a:sym typeface="Times New Roman"/>
            </a:endParaRPr>
          </a:p>
          <a:p>
            <a:pPr marL="0" marR="0" lvl="0" indent="0" algn="l" rtl="0">
              <a:lnSpc>
                <a:spcPct val="115000"/>
              </a:lnSpc>
              <a:spcBef>
                <a:spcPts val="1200"/>
              </a:spcBef>
              <a:spcAft>
                <a:spcPts val="0"/>
              </a:spcAft>
              <a:buClr>
                <a:srgbClr val="000000"/>
              </a:buClr>
              <a:buSzPts val="2400"/>
              <a:buFont typeface="Arial"/>
              <a:buNone/>
            </a:pPr>
            <a:endParaRPr sz="2400" b="0" i="0" u="none" strike="noStrike" cap="none">
              <a:solidFill>
                <a:schemeClr val="dk2"/>
              </a:solidFill>
              <a:latin typeface="Times New Roman"/>
              <a:ea typeface="Times New Roman"/>
              <a:cs typeface="Times New Roman"/>
              <a:sym typeface="Times New Roman"/>
            </a:endParaRPr>
          </a:p>
          <a:p>
            <a:pPr marL="0" marR="0" lvl="0" indent="0" algn="l" rtl="0">
              <a:lnSpc>
                <a:spcPct val="115000"/>
              </a:lnSpc>
              <a:spcBef>
                <a:spcPts val="1200"/>
              </a:spcBef>
              <a:spcAft>
                <a:spcPts val="0"/>
              </a:spcAft>
              <a:buClr>
                <a:srgbClr val="000000"/>
              </a:buClr>
              <a:buSzPts val="2400"/>
              <a:buFont typeface="Arial"/>
              <a:buNone/>
            </a:pPr>
            <a:endParaRPr sz="2400" b="0" i="0" u="none" strike="noStrike" cap="none">
              <a:solidFill>
                <a:schemeClr val="dk2"/>
              </a:solidFill>
              <a:latin typeface="Times New Roman"/>
              <a:ea typeface="Times New Roman"/>
              <a:cs typeface="Times New Roman"/>
              <a:sym typeface="Times New Roman"/>
            </a:endParaRPr>
          </a:p>
          <a:p>
            <a:pPr marL="0" marR="0" lvl="0" indent="0" algn="l" rtl="0">
              <a:lnSpc>
                <a:spcPct val="115000"/>
              </a:lnSpc>
              <a:spcBef>
                <a:spcPts val="1200"/>
              </a:spcBef>
              <a:spcAft>
                <a:spcPts val="0"/>
              </a:spcAft>
              <a:buClr>
                <a:srgbClr val="000000"/>
              </a:buClr>
              <a:buSzPts val="2400"/>
              <a:buFont typeface="Arial"/>
              <a:buNone/>
            </a:pPr>
            <a:endParaRPr sz="2400" b="0" i="0" u="none" strike="noStrike" cap="none">
              <a:solidFill>
                <a:schemeClr val="dk2"/>
              </a:solidFill>
              <a:latin typeface="Times New Roman"/>
              <a:ea typeface="Times New Roman"/>
              <a:cs typeface="Times New Roman"/>
              <a:sym typeface="Times New Roman"/>
            </a:endParaRPr>
          </a:p>
          <a:p>
            <a:pPr marL="0" marR="0" lvl="0" indent="0" algn="l" rtl="0">
              <a:lnSpc>
                <a:spcPct val="115000"/>
              </a:lnSpc>
              <a:spcBef>
                <a:spcPts val="1200"/>
              </a:spcBef>
              <a:spcAft>
                <a:spcPts val="0"/>
              </a:spcAft>
              <a:buClr>
                <a:srgbClr val="000000"/>
              </a:buClr>
              <a:buSzPts val="2400"/>
              <a:buFont typeface="Arial"/>
              <a:buNone/>
            </a:pPr>
            <a:endParaRPr sz="2400" b="0" i="0" u="none" strike="noStrike" cap="none">
              <a:solidFill>
                <a:schemeClr val="dk2"/>
              </a:solidFill>
              <a:latin typeface="Times New Roman"/>
              <a:ea typeface="Times New Roman"/>
              <a:cs typeface="Times New Roman"/>
              <a:sym typeface="Times New Roman"/>
            </a:endParaRPr>
          </a:p>
          <a:p>
            <a:pPr marL="0" marR="0" lvl="0" indent="0" algn="l" rtl="0">
              <a:lnSpc>
                <a:spcPct val="115000"/>
              </a:lnSpc>
              <a:spcBef>
                <a:spcPts val="1200"/>
              </a:spcBef>
              <a:spcAft>
                <a:spcPts val="0"/>
              </a:spcAft>
              <a:buClr>
                <a:srgbClr val="000000"/>
              </a:buClr>
              <a:buSzPts val="2400"/>
              <a:buFont typeface="Arial"/>
              <a:buNone/>
            </a:pPr>
            <a:endParaRPr sz="2400" b="0" i="0" u="none" strike="noStrike" cap="none">
              <a:solidFill>
                <a:schemeClr val="dk2"/>
              </a:solidFill>
              <a:latin typeface="Times New Roman"/>
              <a:ea typeface="Times New Roman"/>
              <a:cs typeface="Times New Roman"/>
              <a:sym typeface="Times New Roman"/>
            </a:endParaRPr>
          </a:p>
          <a:p>
            <a:pPr marL="0" marR="0" lvl="0" indent="0" algn="l" rtl="0">
              <a:lnSpc>
                <a:spcPct val="115000"/>
              </a:lnSpc>
              <a:spcBef>
                <a:spcPts val="1200"/>
              </a:spcBef>
              <a:spcAft>
                <a:spcPts val="0"/>
              </a:spcAft>
              <a:buClr>
                <a:schemeClr val="dk1"/>
              </a:buClr>
              <a:buSzPts val="1100"/>
              <a:buFont typeface="Arial"/>
              <a:buNone/>
            </a:pPr>
            <a:endParaRPr sz="2400" b="0" i="0" u="none" strike="noStrike" cap="none">
              <a:solidFill>
                <a:schemeClr val="dk2"/>
              </a:solidFill>
              <a:latin typeface="Times New Roman"/>
              <a:ea typeface="Times New Roman"/>
              <a:cs typeface="Times New Roman"/>
              <a:sym typeface="Times New Roman"/>
            </a:endParaRPr>
          </a:p>
          <a:p>
            <a:pPr marL="0" marR="0" lvl="0" indent="0" algn="l" rtl="0">
              <a:lnSpc>
                <a:spcPct val="100000"/>
              </a:lnSpc>
              <a:spcBef>
                <a:spcPts val="1200"/>
              </a:spcBef>
              <a:spcAft>
                <a:spcPts val="0"/>
              </a:spcAft>
              <a:buClr>
                <a:srgbClr val="000000"/>
              </a:buClr>
              <a:buSzPts val="2400"/>
              <a:buFont typeface="Arial"/>
              <a:buNone/>
            </a:pPr>
            <a:endParaRPr sz="2400" b="0" i="0" u="none" strike="noStrike" cap="none">
              <a:solidFill>
                <a:schemeClr val="dk2"/>
              </a:solidFill>
              <a:latin typeface="Times New Roman"/>
              <a:ea typeface="Times New Roman"/>
              <a:cs typeface="Times New Roman"/>
              <a:sym typeface="Times New Roman"/>
            </a:endParaRPr>
          </a:p>
        </p:txBody>
      </p:sp>
      <p:sp>
        <p:nvSpPr>
          <p:cNvPr id="62" name="Google Shape;62;p1"/>
          <p:cNvSpPr txBox="1"/>
          <p:nvPr/>
        </p:nvSpPr>
        <p:spPr>
          <a:xfrm>
            <a:off x="3834700" y="2509651"/>
            <a:ext cx="14237100" cy="1634899"/>
          </a:xfrm>
          <a:prstGeom prst="rect">
            <a:avLst/>
          </a:prstGeom>
          <a:solidFill>
            <a:schemeClr val="lt1"/>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800"/>
              <a:buFont typeface="Arial"/>
              <a:buNone/>
            </a:pPr>
            <a:r>
              <a:rPr lang="tr" sz="2800" b="0" i="0" u="none" strike="noStrike" cap="none">
                <a:solidFill>
                  <a:schemeClr val="dk2"/>
                </a:solidFill>
                <a:latin typeface="Times New Roman"/>
                <a:ea typeface="Times New Roman"/>
                <a:cs typeface="Times New Roman"/>
                <a:sym typeface="Times New Roman"/>
              </a:rPr>
              <a:t>D. Akay · K. Jopek · M.B. Leenman · M.K. Özdemir</a:t>
            </a:r>
            <a:endParaRPr sz="2800" b="0" i="0" u="none" strike="noStrike" cap="none">
              <a:solidFill>
                <a:srgbClr val="00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3200"/>
              <a:buFont typeface="Arial"/>
              <a:buNone/>
            </a:pPr>
            <a:r>
              <a:rPr lang="tr" sz="3200" b="0" i="0" u="none" strike="noStrike" cap="none">
                <a:solidFill>
                  <a:srgbClr val="000000"/>
                </a:solidFill>
                <a:latin typeface="Times New Roman"/>
                <a:ea typeface="Times New Roman"/>
                <a:cs typeface="Times New Roman"/>
                <a:sym typeface="Times New Roman"/>
              </a:rPr>
              <a:t>Text Mining Final Project — Group 9</a:t>
            </a:r>
            <a:endParaRPr/>
          </a:p>
          <a:p>
            <a:pPr marL="0" marR="0" lvl="0" indent="0" algn="ctr" rtl="0">
              <a:lnSpc>
                <a:spcPct val="100000"/>
              </a:lnSpc>
              <a:spcBef>
                <a:spcPts val="0"/>
              </a:spcBef>
              <a:spcAft>
                <a:spcPts val="0"/>
              </a:spcAft>
              <a:buNone/>
            </a:pPr>
            <a:r>
              <a:rPr lang="tr" sz="3200" b="0" i="0" u="none" strike="noStrike" cap="none">
                <a:solidFill>
                  <a:srgbClr val="000000"/>
                </a:solidFill>
                <a:latin typeface="Times New Roman"/>
                <a:ea typeface="Times New Roman"/>
                <a:cs typeface="Times New Roman"/>
                <a:sym typeface="Times New Roman"/>
              </a:rPr>
              <a:t>Vrije Universiteit Amsterdam</a:t>
            </a:r>
            <a:endParaRPr sz="3200" b="0" i="0" u="none" strike="noStrike" cap="none">
              <a:solidFill>
                <a:schemeClr val="dk2"/>
              </a:solidFill>
              <a:latin typeface="Times New Roman"/>
              <a:ea typeface="Times New Roman"/>
              <a:cs typeface="Times New Roman"/>
              <a:sym typeface="Times New Roman"/>
            </a:endParaRPr>
          </a:p>
        </p:txBody>
      </p:sp>
      <p:sp>
        <p:nvSpPr>
          <p:cNvPr id="63" name="Google Shape;63;p1"/>
          <p:cNvSpPr txBox="1"/>
          <p:nvPr/>
        </p:nvSpPr>
        <p:spPr>
          <a:xfrm>
            <a:off x="10979250" y="10281980"/>
            <a:ext cx="9920700" cy="539400"/>
          </a:xfrm>
          <a:prstGeom prst="rect">
            <a:avLst/>
          </a:prstGeom>
          <a:solidFill>
            <a:srgbClr val="9EC0D5"/>
          </a:solidFill>
          <a:ln>
            <a:noFill/>
          </a:ln>
        </p:spPr>
        <p:txBody>
          <a:bodyPr spcFirstLastPara="1" wrap="square" lIns="76825" tIns="38400" rIns="76825" bIns="38400" anchor="t" anchorCtr="0">
            <a:spAutoFit/>
          </a:bodyPr>
          <a:lstStyle/>
          <a:p>
            <a:pPr marL="0" marR="0" lvl="0" indent="0" algn="ctr" rtl="0">
              <a:lnSpc>
                <a:spcPct val="100000"/>
              </a:lnSpc>
              <a:spcBef>
                <a:spcPts val="0"/>
              </a:spcBef>
              <a:spcAft>
                <a:spcPts val="0"/>
              </a:spcAft>
              <a:buClr>
                <a:srgbClr val="000000"/>
              </a:buClr>
              <a:buSzPts val="3000"/>
              <a:buFont typeface="Arial"/>
              <a:buNone/>
            </a:pPr>
            <a:r>
              <a:rPr lang="tr" sz="3000" b="1" i="0" u="none" strike="noStrike" cap="none">
                <a:solidFill>
                  <a:srgbClr val="000000"/>
                </a:solidFill>
                <a:latin typeface="Times New Roman"/>
                <a:ea typeface="Times New Roman"/>
                <a:cs typeface="Times New Roman"/>
                <a:sym typeface="Times New Roman"/>
              </a:rPr>
              <a:t>Discussion, Limitations &amp; Conclusion</a:t>
            </a:r>
            <a:endParaRPr sz="1200" b="0" i="0" u="none" strike="noStrike" cap="none">
              <a:solidFill>
                <a:srgbClr val="000000"/>
              </a:solidFill>
              <a:latin typeface="Times New Roman"/>
              <a:ea typeface="Times New Roman"/>
              <a:cs typeface="Times New Roman"/>
              <a:sym typeface="Times New Roman"/>
            </a:endParaRPr>
          </a:p>
        </p:txBody>
      </p:sp>
      <p:sp>
        <p:nvSpPr>
          <p:cNvPr id="64" name="Google Shape;64;p1"/>
          <p:cNvSpPr txBox="1"/>
          <p:nvPr/>
        </p:nvSpPr>
        <p:spPr>
          <a:xfrm>
            <a:off x="10979250" y="10939503"/>
            <a:ext cx="9920700" cy="9105900"/>
          </a:xfrm>
          <a:prstGeom prst="rect">
            <a:avLst/>
          </a:prstGeom>
          <a:solidFill>
            <a:schemeClr val="lt1"/>
          </a:solidFill>
          <a:ln>
            <a:noFill/>
          </a:ln>
        </p:spPr>
        <p:txBody>
          <a:bodyPr spcFirstLastPara="1" wrap="square" lIns="91425" tIns="91425" rIns="91425" bIns="91425" anchor="t" anchorCtr="0">
            <a:noAutofit/>
          </a:bodyPr>
          <a:lstStyle/>
          <a:p>
            <a:pPr marL="0" marR="0" lvl="0" indent="0" algn="just" rtl="0">
              <a:lnSpc>
                <a:spcPct val="100000"/>
              </a:lnSpc>
              <a:spcBef>
                <a:spcPts val="0"/>
              </a:spcBef>
              <a:spcAft>
                <a:spcPts val="0"/>
              </a:spcAft>
              <a:buNone/>
            </a:pPr>
            <a:endParaRPr sz="2400">
              <a:solidFill>
                <a:schemeClr val="dk2"/>
              </a:solidFill>
              <a:latin typeface="Times New Roman"/>
              <a:ea typeface="Times New Roman"/>
              <a:cs typeface="Times New Roman"/>
              <a:sym typeface="Times New Roman"/>
            </a:endParaRPr>
          </a:p>
        </p:txBody>
      </p:sp>
      <p:sp>
        <p:nvSpPr>
          <p:cNvPr id="65" name="Google Shape;65;p1"/>
          <p:cNvSpPr txBox="1"/>
          <p:nvPr/>
        </p:nvSpPr>
        <p:spPr>
          <a:xfrm>
            <a:off x="10918725" y="21946400"/>
            <a:ext cx="9920700" cy="723881"/>
          </a:xfrm>
          <a:prstGeom prst="rect">
            <a:avLst/>
          </a:prstGeom>
          <a:solidFill>
            <a:srgbClr val="9EC0D5"/>
          </a:solidFill>
          <a:ln>
            <a:noFill/>
          </a:ln>
        </p:spPr>
        <p:txBody>
          <a:bodyPr spcFirstLastPara="1" wrap="square" lIns="76825" tIns="38400" rIns="76825" bIns="38400" anchor="t" anchorCtr="0">
            <a:spAutoFit/>
          </a:bodyPr>
          <a:lstStyle/>
          <a:p>
            <a:pPr marL="0" marR="0" lvl="0" indent="0" algn="ctr" rtl="0">
              <a:lnSpc>
                <a:spcPct val="100000"/>
              </a:lnSpc>
              <a:spcBef>
                <a:spcPts val="0"/>
              </a:spcBef>
              <a:spcAft>
                <a:spcPts val="0"/>
              </a:spcAft>
              <a:buClr>
                <a:srgbClr val="000000"/>
              </a:buClr>
              <a:buSzPts val="3000"/>
              <a:buFont typeface="Arial"/>
              <a:buNone/>
            </a:pPr>
            <a:r>
              <a:rPr lang="tr" sz="3000" b="1" i="0" u="none" strike="noStrike" cap="none" dirty="0">
                <a:solidFill>
                  <a:srgbClr val="000000"/>
                </a:solidFill>
                <a:latin typeface="Times New Roman"/>
                <a:ea typeface="Times New Roman"/>
                <a:cs typeface="Times New Roman"/>
                <a:sym typeface="Times New Roman"/>
              </a:rPr>
              <a:t>Work Division</a:t>
            </a:r>
          </a:p>
          <a:p>
            <a:pPr marL="0" marR="0" lvl="0" indent="0" algn="ctr" rtl="0">
              <a:lnSpc>
                <a:spcPct val="100000"/>
              </a:lnSpc>
              <a:spcBef>
                <a:spcPts val="0"/>
              </a:spcBef>
              <a:spcAft>
                <a:spcPts val="0"/>
              </a:spcAft>
              <a:buClr>
                <a:srgbClr val="000000"/>
              </a:buClr>
              <a:buSzPts val="3000"/>
              <a:buFont typeface="Arial"/>
              <a:buNone/>
            </a:pPr>
            <a:endParaRPr sz="1200" b="0" i="0" u="none" strike="noStrike" cap="none" dirty="0">
              <a:solidFill>
                <a:srgbClr val="000000"/>
              </a:solidFill>
              <a:latin typeface="Times New Roman"/>
              <a:ea typeface="Times New Roman"/>
              <a:cs typeface="Times New Roman"/>
              <a:sym typeface="Times New Roman"/>
            </a:endParaRPr>
          </a:p>
        </p:txBody>
      </p:sp>
      <p:sp>
        <p:nvSpPr>
          <p:cNvPr id="66" name="Google Shape;66;p1"/>
          <p:cNvSpPr txBox="1"/>
          <p:nvPr/>
        </p:nvSpPr>
        <p:spPr>
          <a:xfrm>
            <a:off x="10918725" y="22600091"/>
            <a:ext cx="9920700" cy="2896200"/>
          </a:xfrm>
          <a:prstGeom prst="rect">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tr" sz="2000" dirty="0">
                <a:solidFill>
                  <a:schemeClr val="dk2"/>
                </a:solidFill>
                <a:latin typeface="Times New Roman"/>
                <a:ea typeface="Times New Roman"/>
                <a:cs typeface="Times New Roman"/>
                <a:sym typeface="Times New Roman"/>
              </a:rPr>
              <a:t>All group members contributed to the tasks for the group project together through writing and peer feedback</a:t>
            </a:r>
            <a:endParaRPr sz="2000" dirty="0">
              <a:solidFill>
                <a:schemeClr val="dk2"/>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endParaRPr sz="2000" dirty="0">
              <a:solidFill>
                <a:schemeClr val="dk2"/>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tr" sz="2000" dirty="0">
                <a:solidFill>
                  <a:schemeClr val="dk2"/>
                </a:solidFill>
                <a:latin typeface="Times New Roman"/>
                <a:ea typeface="Times New Roman"/>
                <a:cs typeface="Times New Roman"/>
                <a:sym typeface="Times New Roman"/>
              </a:rPr>
              <a:t>D. Akay:		Coding, analysis, poster preparation</a:t>
            </a:r>
            <a:endParaRPr sz="2000" dirty="0">
              <a:solidFill>
                <a:schemeClr val="dk2"/>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tr" sz="2000" dirty="0">
                <a:solidFill>
                  <a:schemeClr val="dk2"/>
                </a:solidFill>
                <a:latin typeface="Times New Roman"/>
                <a:ea typeface="Times New Roman"/>
                <a:cs typeface="Times New Roman"/>
                <a:sym typeface="Times New Roman"/>
              </a:rPr>
              <a:t>K. Jopek: 		Coding, analysis, poster preparation</a:t>
            </a:r>
            <a:endParaRPr sz="2000" dirty="0">
              <a:solidFill>
                <a:schemeClr val="dk2"/>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tr" sz="2000" dirty="0">
                <a:solidFill>
                  <a:schemeClr val="dk2"/>
                </a:solidFill>
                <a:latin typeface="Times New Roman"/>
                <a:ea typeface="Times New Roman"/>
                <a:cs typeface="Times New Roman"/>
                <a:sym typeface="Times New Roman"/>
              </a:rPr>
              <a:t>M.B. Leenman: 		Coding, analysis, poster preparation</a:t>
            </a:r>
            <a:endParaRPr sz="2000" dirty="0">
              <a:solidFill>
                <a:schemeClr val="dk2"/>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2800"/>
              <a:buFont typeface="Arial"/>
              <a:buNone/>
            </a:pPr>
            <a:r>
              <a:rPr lang="tr" sz="2000" dirty="0">
                <a:solidFill>
                  <a:schemeClr val="dk2"/>
                </a:solidFill>
                <a:latin typeface="Times New Roman"/>
                <a:ea typeface="Times New Roman"/>
                <a:cs typeface="Times New Roman"/>
                <a:sym typeface="Times New Roman"/>
              </a:rPr>
              <a:t>M.K. Özdemir:		Coding, analysis, poster preparation</a:t>
            </a:r>
            <a:endParaRPr sz="2000" dirty="0">
              <a:solidFill>
                <a:schemeClr val="dk2"/>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400"/>
              <a:buFont typeface="Arial"/>
              <a:buNone/>
            </a:pPr>
            <a:endParaRPr sz="2400" dirty="0">
              <a:solidFill>
                <a:schemeClr val="dk2"/>
              </a:solidFill>
              <a:latin typeface="Times New Roman"/>
              <a:ea typeface="Times New Roman"/>
              <a:cs typeface="Times New Roman"/>
              <a:sym typeface="Times New Roman"/>
            </a:endParaRPr>
          </a:p>
        </p:txBody>
      </p:sp>
      <p:sp>
        <p:nvSpPr>
          <p:cNvPr id="67" name="Google Shape;67;p1"/>
          <p:cNvSpPr txBox="1"/>
          <p:nvPr/>
        </p:nvSpPr>
        <p:spPr>
          <a:xfrm>
            <a:off x="930525" y="7549900"/>
            <a:ext cx="9027900" cy="8247600"/>
          </a:xfrm>
          <a:prstGeom prst="rect">
            <a:avLst/>
          </a:prstGeom>
          <a:solidFill>
            <a:schemeClr val="lt1"/>
          </a:solid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3200"/>
              <a:buFont typeface="Arial"/>
              <a:buNone/>
            </a:pPr>
            <a:r>
              <a:rPr lang="tr" sz="3200" b="0" i="0" u="none" strike="noStrike" cap="none" dirty="0">
                <a:solidFill>
                  <a:schemeClr val="dk1"/>
                </a:solidFill>
                <a:latin typeface="Times New Roman"/>
                <a:ea typeface="Times New Roman"/>
                <a:cs typeface="Times New Roman"/>
                <a:sym typeface="Times New Roman"/>
              </a:rPr>
              <a:t>Tasks</a:t>
            </a:r>
            <a:endParaRPr sz="3200" b="0" i="0" u="none" strike="noStrike" cap="none" dirty="0">
              <a:solidFill>
                <a:schemeClr val="dk1"/>
              </a:solidFill>
              <a:latin typeface="Times New Roman"/>
              <a:ea typeface="Times New Roman"/>
              <a:cs typeface="Times New Roman"/>
              <a:sym typeface="Times New Roman"/>
            </a:endParaRPr>
          </a:p>
          <a:p>
            <a:pPr marL="457200" marR="0" lvl="0" indent="-342900" algn="l" rtl="0">
              <a:lnSpc>
                <a:spcPct val="100000"/>
              </a:lnSpc>
              <a:spcBef>
                <a:spcPts val="0"/>
              </a:spcBef>
              <a:spcAft>
                <a:spcPts val="0"/>
              </a:spcAft>
              <a:buClr>
                <a:schemeClr val="dk1"/>
              </a:buClr>
              <a:buSzPts val="1800"/>
              <a:buFont typeface="Arial"/>
              <a:buChar char="●"/>
            </a:pPr>
            <a:r>
              <a:rPr lang="tr" sz="1800" b="1" i="0" u="none" strike="noStrike" cap="none" dirty="0">
                <a:solidFill>
                  <a:schemeClr val="dk1"/>
                </a:solidFill>
                <a:latin typeface="Times New Roman"/>
                <a:ea typeface="Times New Roman"/>
                <a:cs typeface="Times New Roman"/>
                <a:sym typeface="Times New Roman"/>
              </a:rPr>
              <a:t>Sentiment analysis (Comparing VADER and TF-IDF)</a:t>
            </a:r>
            <a:endParaRPr sz="1800" b="1" i="0" u="none" strike="noStrike" cap="none" dirty="0">
              <a:solidFill>
                <a:schemeClr val="dk1"/>
              </a:solidFill>
              <a:latin typeface="Times New Roman"/>
              <a:ea typeface="Times New Roman"/>
              <a:cs typeface="Times New Roman"/>
              <a:sym typeface="Times New Roman"/>
            </a:endParaRPr>
          </a:p>
          <a:p>
            <a:pPr marL="457200" marR="0" lvl="0" indent="-342900" algn="l" rtl="0">
              <a:lnSpc>
                <a:spcPct val="100000"/>
              </a:lnSpc>
              <a:spcBef>
                <a:spcPts val="0"/>
              </a:spcBef>
              <a:spcAft>
                <a:spcPts val="0"/>
              </a:spcAft>
              <a:buClr>
                <a:schemeClr val="dk1"/>
              </a:buClr>
              <a:buSzPts val="1800"/>
              <a:buFont typeface="Arial"/>
              <a:buChar char="●"/>
            </a:pPr>
            <a:r>
              <a:rPr lang="tr" sz="1800" b="1" i="0" u="none" strike="noStrike" cap="none" dirty="0">
                <a:solidFill>
                  <a:schemeClr val="dk1"/>
                </a:solidFill>
                <a:latin typeface="Times New Roman"/>
                <a:ea typeface="Times New Roman"/>
                <a:cs typeface="Times New Roman"/>
                <a:sym typeface="Times New Roman"/>
              </a:rPr>
              <a:t>Topic Classification</a:t>
            </a:r>
            <a:endParaRPr sz="1800" b="1" i="0" u="none" strike="noStrike" cap="none" dirty="0">
              <a:solidFill>
                <a:schemeClr val="dk1"/>
              </a:solidFill>
              <a:latin typeface="Times New Roman"/>
              <a:ea typeface="Times New Roman"/>
              <a:cs typeface="Times New Roman"/>
              <a:sym typeface="Times New Roman"/>
            </a:endParaRPr>
          </a:p>
          <a:p>
            <a:pPr marL="457200" marR="0" lvl="0" indent="-342900" algn="l" rtl="0">
              <a:lnSpc>
                <a:spcPct val="100000"/>
              </a:lnSpc>
              <a:spcBef>
                <a:spcPts val="0"/>
              </a:spcBef>
              <a:spcAft>
                <a:spcPts val="0"/>
              </a:spcAft>
              <a:buClr>
                <a:schemeClr val="dk1"/>
              </a:buClr>
              <a:buSzPts val="1800"/>
              <a:buFont typeface="Arial"/>
              <a:buChar char="●"/>
            </a:pPr>
            <a:r>
              <a:rPr lang="tr" sz="1800" b="1" i="0" u="none" strike="noStrike" cap="none" dirty="0">
                <a:solidFill>
                  <a:schemeClr val="dk1"/>
                </a:solidFill>
                <a:latin typeface="Times New Roman"/>
                <a:ea typeface="Times New Roman"/>
                <a:cs typeface="Times New Roman"/>
                <a:sym typeface="Times New Roman"/>
              </a:rPr>
              <a:t>NERC </a:t>
            </a:r>
            <a:endParaRPr sz="1800" b="1" i="0" u="none" strike="noStrike" cap="none" dirty="0">
              <a:solidFill>
                <a:schemeClr val="dk1"/>
              </a:solidFill>
              <a:latin typeface="Times New Roman"/>
              <a:ea typeface="Times New Roman"/>
              <a:cs typeface="Times New Roman"/>
              <a:sym typeface="Times New Roman"/>
            </a:endParaRPr>
          </a:p>
          <a:p>
            <a:pPr marL="457200" marR="0" lvl="0" indent="-342900" algn="l" rtl="0">
              <a:lnSpc>
                <a:spcPct val="100000"/>
              </a:lnSpc>
              <a:spcBef>
                <a:spcPts val="0"/>
              </a:spcBef>
              <a:spcAft>
                <a:spcPts val="0"/>
              </a:spcAft>
              <a:buClr>
                <a:schemeClr val="dk1"/>
              </a:buClr>
              <a:buSzPts val="1800"/>
              <a:buFont typeface="Times New Roman"/>
              <a:buChar char="●"/>
            </a:pPr>
            <a:r>
              <a:rPr lang="tr" sz="1800" b="1" dirty="0">
                <a:solidFill>
                  <a:schemeClr val="dk1"/>
                </a:solidFill>
                <a:latin typeface="Times New Roman"/>
                <a:ea typeface="Times New Roman"/>
                <a:cs typeface="Times New Roman"/>
                <a:sym typeface="Times New Roman"/>
              </a:rPr>
              <a:t>Evaluation</a:t>
            </a:r>
            <a:endParaRPr sz="1800" b="1"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tr" sz="3200" b="0" i="0" u="none" strike="noStrike" cap="none" dirty="0">
                <a:solidFill>
                  <a:schemeClr val="dk1"/>
                </a:solidFill>
                <a:latin typeface="Times New Roman"/>
                <a:ea typeface="Times New Roman"/>
                <a:cs typeface="Times New Roman"/>
                <a:sym typeface="Times New Roman"/>
              </a:rPr>
              <a:t>Data</a:t>
            </a:r>
            <a:endParaRPr sz="3200" b="0" i="0" u="none" strike="noStrike" cap="none" dirty="0">
              <a:solidFill>
                <a:schemeClr val="dk1"/>
              </a:solidFill>
              <a:latin typeface="Times New Roman"/>
              <a:ea typeface="Times New Roman"/>
              <a:cs typeface="Times New Roman"/>
              <a:sym typeface="Times New Roman"/>
            </a:endParaRPr>
          </a:p>
          <a:p>
            <a:pPr marL="0" marR="0" lvl="0" indent="0" algn="l" rtl="0">
              <a:lnSpc>
                <a:spcPct val="115000"/>
              </a:lnSpc>
              <a:spcBef>
                <a:spcPts val="300"/>
              </a:spcBef>
              <a:spcAft>
                <a:spcPts val="0"/>
              </a:spcAft>
              <a:buClr>
                <a:schemeClr val="dk1"/>
              </a:buClr>
              <a:buSzPts val="1100"/>
              <a:buFont typeface="Arial"/>
              <a:buNone/>
            </a:pPr>
            <a:r>
              <a:rPr lang="tr" sz="1800" b="1" i="0" u="none" strike="noStrike" cap="none" dirty="0">
                <a:solidFill>
                  <a:schemeClr val="dk1"/>
                </a:solidFill>
                <a:latin typeface="Times New Roman"/>
                <a:ea typeface="Times New Roman"/>
                <a:cs typeface="Times New Roman"/>
                <a:sym typeface="Times New Roman"/>
              </a:rPr>
              <a:t>Official test sets (evaluation):</a:t>
            </a:r>
            <a:endParaRPr sz="1800" b="1" i="0" u="none" strike="noStrike" cap="none" dirty="0">
              <a:solidFill>
                <a:schemeClr val="dk1"/>
              </a:solidFill>
              <a:latin typeface="Times New Roman"/>
              <a:ea typeface="Times New Roman"/>
              <a:cs typeface="Times New Roman"/>
              <a:sym typeface="Times New Roman"/>
            </a:endParaRPr>
          </a:p>
          <a:p>
            <a:pPr marL="457200" marR="0" lvl="0" indent="-317500" algn="l" rtl="0">
              <a:lnSpc>
                <a:spcPct val="115000"/>
              </a:lnSpc>
              <a:spcBef>
                <a:spcPts val="0"/>
              </a:spcBef>
              <a:spcAft>
                <a:spcPts val="0"/>
              </a:spcAft>
              <a:buClr>
                <a:schemeClr val="dk1"/>
              </a:buClr>
              <a:buSzPts val="1400"/>
              <a:buFont typeface="Arial"/>
              <a:buChar char="●"/>
            </a:pPr>
            <a:r>
              <a:rPr lang="tr" sz="1800" b="0" i="0" u="none" strike="noStrike" cap="none" dirty="0">
                <a:solidFill>
                  <a:schemeClr val="dk1"/>
                </a:solidFill>
                <a:latin typeface="Times New Roman"/>
                <a:ea typeface="Times New Roman"/>
                <a:cs typeface="Times New Roman"/>
                <a:sym typeface="Times New Roman"/>
              </a:rPr>
              <a:t>Sentiment-topic-test.tsv:</a:t>
            </a:r>
            <a:r>
              <a:rPr lang="tr" sz="800" b="0" i="0" u="none" strike="noStrike" cap="none" dirty="0">
                <a:solidFill>
                  <a:schemeClr val="dk1"/>
                </a:solidFill>
                <a:latin typeface="Times New Roman"/>
                <a:ea typeface="Times New Roman"/>
                <a:cs typeface="Times New Roman"/>
                <a:sym typeface="Times New Roman"/>
              </a:rPr>
              <a:t> 			</a:t>
            </a:r>
            <a:r>
              <a:rPr lang="tr" sz="1400" b="0" i="0" u="none" strike="noStrike" cap="none" dirty="0">
                <a:solidFill>
                  <a:schemeClr val="dk1"/>
                </a:solidFill>
                <a:latin typeface="Times New Roman"/>
                <a:ea typeface="Times New Roman"/>
                <a:cs typeface="Times New Roman"/>
                <a:sym typeface="Times New Roman"/>
              </a:rPr>
              <a:t>sentence-level gold labels for sentiment and topic</a:t>
            </a:r>
            <a:endParaRPr sz="1400" b="0" i="0" u="none" strike="noStrike" cap="none" dirty="0">
              <a:solidFill>
                <a:schemeClr val="dk1"/>
              </a:solidFill>
              <a:latin typeface="Times New Roman"/>
              <a:ea typeface="Times New Roman"/>
              <a:cs typeface="Times New Roman"/>
              <a:sym typeface="Times New Roman"/>
            </a:endParaRPr>
          </a:p>
          <a:p>
            <a:pPr marL="457200" marR="0" lvl="0" indent="-317500" algn="l" rtl="0">
              <a:lnSpc>
                <a:spcPct val="115000"/>
              </a:lnSpc>
              <a:spcBef>
                <a:spcPts val="0"/>
              </a:spcBef>
              <a:spcAft>
                <a:spcPts val="0"/>
              </a:spcAft>
              <a:buClr>
                <a:schemeClr val="dk1"/>
              </a:buClr>
              <a:buSzPts val="1400"/>
              <a:buFont typeface="Arial"/>
              <a:buChar char="●"/>
            </a:pPr>
            <a:r>
              <a:rPr lang="tr" sz="1800" b="0" i="0" u="none" strike="noStrike" cap="none" dirty="0">
                <a:solidFill>
                  <a:schemeClr val="dk1"/>
                </a:solidFill>
                <a:latin typeface="Times New Roman"/>
                <a:ea typeface="Times New Roman"/>
                <a:cs typeface="Times New Roman"/>
                <a:sym typeface="Times New Roman"/>
              </a:rPr>
              <a:t>NER-test.tsv:</a:t>
            </a:r>
            <a:r>
              <a:rPr lang="tr" sz="800" b="0" i="0" u="none" strike="noStrike" cap="none" dirty="0">
                <a:solidFill>
                  <a:schemeClr val="dk1"/>
                </a:solidFill>
                <a:latin typeface="Times New Roman"/>
                <a:ea typeface="Times New Roman"/>
                <a:cs typeface="Times New Roman"/>
                <a:sym typeface="Times New Roman"/>
              </a:rPr>
              <a:t> 					</a:t>
            </a:r>
            <a:r>
              <a:rPr lang="tr" sz="1400" b="0" i="0" u="none" strike="noStrike" cap="none" dirty="0">
                <a:solidFill>
                  <a:schemeClr val="dk1"/>
                </a:solidFill>
                <a:latin typeface="Times New Roman"/>
                <a:ea typeface="Times New Roman"/>
                <a:cs typeface="Times New Roman"/>
                <a:sym typeface="Times New Roman"/>
              </a:rPr>
              <a:t>token-level BIO labels for NERC</a:t>
            </a:r>
            <a:endParaRPr sz="1400" b="0" i="0" u="none" strike="noStrike" cap="none"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endParaRPr sz="800" b="0" i="0" u="none" strike="noStrike" cap="none"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tr" sz="1800" b="1" i="0" u="none" strike="noStrike" cap="none" dirty="0">
                <a:solidFill>
                  <a:schemeClr val="dk1"/>
                </a:solidFill>
                <a:latin typeface="Times New Roman"/>
                <a:ea typeface="Times New Roman"/>
                <a:cs typeface="Times New Roman"/>
                <a:sym typeface="Times New Roman"/>
              </a:rPr>
              <a:t>External data sets and resources (training):</a:t>
            </a:r>
            <a:endParaRPr sz="1800" b="1" i="0" u="none" strike="noStrike" cap="none" dirty="0">
              <a:solidFill>
                <a:schemeClr val="dk1"/>
              </a:solidFill>
              <a:latin typeface="Times New Roman"/>
              <a:ea typeface="Times New Roman"/>
              <a:cs typeface="Times New Roman"/>
              <a:sym typeface="Times New Roman"/>
            </a:endParaRPr>
          </a:p>
          <a:p>
            <a:pPr marL="457200" marR="0" lvl="0" indent="-317500" algn="l" rtl="0">
              <a:lnSpc>
                <a:spcPct val="115000"/>
              </a:lnSpc>
              <a:spcBef>
                <a:spcPts val="0"/>
              </a:spcBef>
              <a:spcAft>
                <a:spcPts val="0"/>
              </a:spcAft>
              <a:buClr>
                <a:schemeClr val="dk1"/>
              </a:buClr>
              <a:buSzPts val="1400"/>
              <a:buFont typeface="Arial"/>
              <a:buChar char="●"/>
            </a:pPr>
            <a:r>
              <a:rPr lang="tr" sz="1800" b="0" i="0" u="none" strike="noStrike" cap="none" dirty="0">
                <a:solidFill>
                  <a:schemeClr val="dk1"/>
                </a:solidFill>
                <a:latin typeface="Times New Roman"/>
                <a:ea typeface="Times New Roman"/>
                <a:cs typeface="Times New Roman"/>
                <a:sym typeface="Times New Roman"/>
              </a:rPr>
              <a:t>SpaCy en_core_web_sm	</a:t>
            </a:r>
            <a:r>
              <a:rPr lang="tr" sz="1800" dirty="0">
                <a:solidFill>
                  <a:schemeClr val="dk1"/>
                </a:solidFill>
                <a:latin typeface="Times New Roman"/>
                <a:ea typeface="Times New Roman"/>
                <a:cs typeface="Times New Roman"/>
                <a:sym typeface="Times New Roman"/>
              </a:rPr>
              <a:t>			</a:t>
            </a:r>
            <a:r>
              <a:rPr lang="en-US" sz="1400" b="0" i="0" u="none" strike="noStrike" cap="none" dirty="0">
                <a:solidFill>
                  <a:schemeClr val="dk1"/>
                </a:solidFill>
                <a:latin typeface="Times New Roman"/>
                <a:ea typeface="Times New Roman"/>
                <a:cs typeface="Times New Roman"/>
                <a:sym typeface="Times New Roman"/>
              </a:rPr>
              <a:t>(pre-trained NER model)</a:t>
            </a:r>
            <a:endParaRPr lang="en-US" sz="2000" b="0" i="0" u="none" strike="noStrike" cap="none" dirty="0">
              <a:solidFill>
                <a:schemeClr val="dk1"/>
              </a:solidFill>
              <a:latin typeface="Times New Roman"/>
              <a:ea typeface="Times New Roman"/>
              <a:cs typeface="Times New Roman"/>
              <a:sym typeface="Times New Roman"/>
            </a:endParaRPr>
          </a:p>
          <a:p>
            <a:pPr marL="457200" marR="0" lvl="0" indent="-317500" algn="l" rtl="0">
              <a:lnSpc>
                <a:spcPct val="115000"/>
              </a:lnSpc>
              <a:spcBef>
                <a:spcPts val="0"/>
              </a:spcBef>
              <a:spcAft>
                <a:spcPts val="0"/>
              </a:spcAft>
              <a:buClr>
                <a:schemeClr val="dk1"/>
              </a:buClr>
              <a:buSzPts val="1400"/>
              <a:buFont typeface="Arial"/>
              <a:buChar char="●"/>
            </a:pPr>
            <a:r>
              <a:rPr lang="en-US" sz="1800" b="0" i="0" u="none" strike="noStrike" cap="none" dirty="0">
                <a:solidFill>
                  <a:schemeClr val="dk1"/>
                </a:solidFill>
                <a:latin typeface="Times New Roman"/>
                <a:ea typeface="Times New Roman"/>
                <a:cs typeface="Times New Roman"/>
                <a:sym typeface="Times New Roman"/>
              </a:rPr>
              <a:t>IMDB reviews</a:t>
            </a:r>
            <a:r>
              <a:rPr lang="en-US" sz="800" b="0" i="0" u="none" strike="noStrike" cap="none" dirty="0">
                <a:solidFill>
                  <a:schemeClr val="dk1"/>
                </a:solidFill>
                <a:latin typeface="Times New Roman"/>
                <a:ea typeface="Times New Roman"/>
                <a:cs typeface="Times New Roman"/>
                <a:sym typeface="Times New Roman"/>
              </a:rPr>
              <a:t> 				</a:t>
            </a:r>
            <a:r>
              <a:rPr lang="en-US" sz="1400" b="0" i="0" u="none" strike="noStrike" cap="none" dirty="0">
                <a:solidFill>
                  <a:schemeClr val="dk1"/>
                </a:solidFill>
                <a:latin typeface="Times New Roman"/>
                <a:ea typeface="Times New Roman"/>
                <a:cs typeface="Times New Roman"/>
                <a:sym typeface="Times New Roman"/>
              </a:rPr>
              <a:t>(Hugging Face, </a:t>
            </a:r>
            <a:r>
              <a:rPr lang="en-US" sz="1400" b="0" i="0" u="none" strike="noStrike" cap="none" dirty="0" err="1">
                <a:solidFill>
                  <a:schemeClr val="dk1"/>
                </a:solidFill>
                <a:latin typeface="Times New Roman"/>
                <a:ea typeface="Times New Roman"/>
                <a:cs typeface="Times New Roman"/>
                <a:sym typeface="Times New Roman"/>
              </a:rPr>
              <a:t>stanfordnlp</a:t>
            </a:r>
            <a:r>
              <a:rPr lang="en-US" sz="1400" b="0" i="0" u="none" strike="noStrike" cap="none" dirty="0">
                <a:solidFill>
                  <a:schemeClr val="dk1"/>
                </a:solidFill>
                <a:latin typeface="Times New Roman"/>
                <a:ea typeface="Times New Roman"/>
                <a:cs typeface="Times New Roman"/>
                <a:sym typeface="Times New Roman"/>
              </a:rPr>
              <a:t>/</a:t>
            </a:r>
            <a:r>
              <a:rPr lang="en-US" sz="1400" b="0" i="0" u="none" strike="noStrike" cap="none" dirty="0" err="1">
                <a:solidFill>
                  <a:schemeClr val="dk1"/>
                </a:solidFill>
                <a:latin typeface="Times New Roman"/>
                <a:ea typeface="Times New Roman"/>
                <a:cs typeface="Times New Roman"/>
                <a:sym typeface="Times New Roman"/>
              </a:rPr>
              <a:t>imdb</a:t>
            </a:r>
            <a:r>
              <a:rPr lang="en-US" sz="1400" b="0" i="0" u="none" strike="noStrike" cap="none" dirty="0">
                <a:solidFill>
                  <a:schemeClr val="dk1"/>
                </a:solidFill>
                <a:latin typeface="Times New Roman"/>
                <a:ea typeface="Times New Roman"/>
                <a:cs typeface="Times New Roman"/>
                <a:sym typeface="Times New Roman"/>
              </a:rPr>
              <a:t>)</a:t>
            </a:r>
          </a:p>
          <a:p>
            <a:pPr marL="457200" marR="0" lvl="0" indent="-317500" algn="l" rtl="0">
              <a:lnSpc>
                <a:spcPct val="115000"/>
              </a:lnSpc>
              <a:spcBef>
                <a:spcPts val="0"/>
              </a:spcBef>
              <a:spcAft>
                <a:spcPts val="0"/>
              </a:spcAft>
              <a:buClr>
                <a:schemeClr val="dk1"/>
              </a:buClr>
              <a:buSzPts val="1400"/>
              <a:buFont typeface="Arial"/>
              <a:buChar char="●"/>
            </a:pPr>
            <a:r>
              <a:rPr lang="tr" sz="1800" b="0" i="0" u="none" strike="noStrike" cap="none" dirty="0">
                <a:solidFill>
                  <a:schemeClr val="dk1"/>
                </a:solidFill>
                <a:latin typeface="Times New Roman"/>
                <a:ea typeface="Times New Roman"/>
                <a:cs typeface="Times New Roman"/>
                <a:sym typeface="Times New Roman"/>
              </a:rPr>
              <a:t>Restaurant reviews</a:t>
            </a:r>
            <a:r>
              <a:rPr lang="tr" sz="1400" b="0" i="0" u="none" strike="noStrike" cap="none" dirty="0">
                <a:solidFill>
                  <a:schemeClr val="dk1"/>
                </a:solidFill>
                <a:latin typeface="Times New Roman"/>
                <a:ea typeface="Times New Roman"/>
                <a:cs typeface="Times New Roman"/>
                <a:sym typeface="Times New Roman"/>
              </a:rPr>
              <a:t> 				(Kaggle, ziadmostafa1/restaurant-reviews)</a:t>
            </a:r>
            <a:endParaRPr sz="1400" b="0" i="0" u="none" strike="noStrike" cap="none" dirty="0">
              <a:solidFill>
                <a:schemeClr val="dk1"/>
              </a:solidFill>
              <a:latin typeface="Times New Roman"/>
              <a:ea typeface="Times New Roman"/>
              <a:cs typeface="Times New Roman"/>
              <a:sym typeface="Times New Roman"/>
            </a:endParaRPr>
          </a:p>
          <a:p>
            <a:pPr marL="457200" marR="0" lvl="0" indent="-317500" algn="l" rtl="0">
              <a:lnSpc>
                <a:spcPct val="115000"/>
              </a:lnSpc>
              <a:spcBef>
                <a:spcPts val="0"/>
              </a:spcBef>
              <a:spcAft>
                <a:spcPts val="0"/>
              </a:spcAft>
              <a:buClr>
                <a:schemeClr val="dk1"/>
              </a:buClr>
              <a:buSzPts val="1400"/>
              <a:buFont typeface="Arial"/>
              <a:buChar char="●"/>
            </a:pPr>
            <a:r>
              <a:rPr lang="tr" sz="1800" b="0" i="0" u="none" strike="noStrike" cap="none" dirty="0">
                <a:solidFill>
                  <a:schemeClr val="dk1"/>
                </a:solidFill>
                <a:latin typeface="Times New Roman"/>
                <a:ea typeface="Times New Roman"/>
                <a:cs typeface="Times New Roman"/>
                <a:sym typeface="Times New Roman"/>
              </a:rPr>
              <a:t>Amazon Kindle book reviews</a:t>
            </a:r>
            <a:r>
              <a:rPr lang="tr" sz="1200" b="0" i="0" u="none" strike="noStrike" cap="none" dirty="0">
                <a:solidFill>
                  <a:schemeClr val="dk1"/>
                </a:solidFill>
                <a:latin typeface="Times New Roman"/>
                <a:ea typeface="Times New Roman"/>
                <a:cs typeface="Times New Roman"/>
                <a:sym typeface="Times New Roman"/>
              </a:rPr>
              <a:t> 	</a:t>
            </a:r>
            <a:r>
              <a:rPr lang="tr" sz="1400" b="0" i="0" u="none" strike="noStrike" cap="none" dirty="0">
                <a:solidFill>
                  <a:schemeClr val="dk1"/>
                </a:solidFill>
                <a:latin typeface="Times New Roman"/>
                <a:ea typeface="Times New Roman"/>
                <a:cs typeface="Times New Roman"/>
                <a:sym typeface="Times New Roman"/>
              </a:rPr>
              <a:t>(Kaggle, meetnagadia/amazon-kindle-book-review-</a:t>
            </a:r>
            <a:endParaRPr sz="1400" b="0" i="0" u="none" strike="noStrike" cap="none" dirty="0">
              <a:solidFill>
                <a:schemeClr val="dk1"/>
              </a:solidFill>
              <a:latin typeface="Times New Roman"/>
              <a:ea typeface="Times New Roman"/>
              <a:cs typeface="Times New Roman"/>
              <a:sym typeface="Times New Roman"/>
            </a:endParaRPr>
          </a:p>
          <a:p>
            <a:pPr marL="3200400" marR="0" lvl="0" indent="457200" algn="l" rtl="0">
              <a:lnSpc>
                <a:spcPct val="115000"/>
              </a:lnSpc>
              <a:spcBef>
                <a:spcPts val="0"/>
              </a:spcBef>
              <a:spcAft>
                <a:spcPts val="0"/>
              </a:spcAft>
              <a:buClr>
                <a:srgbClr val="000000"/>
              </a:buClr>
              <a:buSzPts val="1400"/>
              <a:buFont typeface="Arial"/>
              <a:buNone/>
            </a:pPr>
            <a:r>
              <a:rPr lang="tr" sz="1400" b="0" i="0" u="none" strike="noStrike" cap="none" dirty="0">
                <a:solidFill>
                  <a:schemeClr val="dk1"/>
                </a:solidFill>
                <a:latin typeface="Times New Roman"/>
                <a:ea typeface="Times New Roman"/>
                <a:cs typeface="Times New Roman"/>
                <a:sym typeface="Times New Roman"/>
              </a:rPr>
              <a:t>  for-sentiment-analysis)</a:t>
            </a:r>
            <a:endParaRPr sz="1400" b="0" i="0" u="none" strike="noStrike" cap="none"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200"/>
              <a:buFont typeface="Arial"/>
              <a:buNone/>
            </a:pPr>
            <a:endParaRPr sz="1200" b="0" i="0" u="none" strike="noStrike" cap="none"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200"/>
              <a:buFont typeface="Arial"/>
              <a:buNone/>
            </a:pPr>
            <a:endParaRPr sz="1200" b="0" i="0" u="none" strike="noStrike" cap="none"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800"/>
              <a:buFont typeface="Arial"/>
              <a:buNone/>
            </a:pPr>
            <a:r>
              <a:rPr lang="tr" sz="1800" b="1" i="0" u="none" strike="noStrike" cap="none" dirty="0">
                <a:solidFill>
                  <a:schemeClr val="dk1"/>
                </a:solidFill>
                <a:latin typeface="Times New Roman"/>
                <a:ea typeface="Times New Roman"/>
                <a:cs typeface="Times New Roman"/>
                <a:sym typeface="Times New Roman"/>
              </a:rPr>
              <a:t>Balanced training sets (after cleaning)</a:t>
            </a:r>
            <a:endParaRPr sz="1800" b="1" i="0" u="none" strike="noStrike" cap="none" dirty="0">
              <a:solidFill>
                <a:schemeClr val="dk1"/>
              </a:solidFill>
              <a:latin typeface="Times New Roman"/>
              <a:ea typeface="Times New Roman"/>
              <a:cs typeface="Times New Roman"/>
              <a:sym typeface="Times New Roman"/>
            </a:endParaRPr>
          </a:p>
          <a:p>
            <a:pPr marL="457200" marR="0" lvl="0" indent="-342900" algn="l" rtl="0">
              <a:lnSpc>
                <a:spcPct val="115000"/>
              </a:lnSpc>
              <a:spcBef>
                <a:spcPts val="0"/>
              </a:spcBef>
              <a:spcAft>
                <a:spcPts val="0"/>
              </a:spcAft>
              <a:buClr>
                <a:schemeClr val="dk1"/>
              </a:buClr>
              <a:buSzPts val="1800"/>
              <a:buFont typeface="Arial"/>
              <a:buChar char="●"/>
            </a:pPr>
            <a:r>
              <a:rPr lang="tr" sz="1800" b="0" i="0" u="none" strike="noStrike" cap="none" dirty="0">
                <a:solidFill>
                  <a:schemeClr val="dk1"/>
                </a:solidFill>
                <a:latin typeface="Times New Roman"/>
                <a:ea typeface="Times New Roman"/>
                <a:cs typeface="Times New Roman"/>
                <a:sym typeface="Times New Roman"/>
              </a:rPr>
              <a:t>Topic classification (3000 examples):</a:t>
            </a:r>
            <a:endParaRPr sz="1800" b="0" i="0" u="none" strike="noStrike" cap="none" dirty="0">
              <a:solidFill>
                <a:schemeClr val="dk1"/>
              </a:solidFill>
              <a:latin typeface="Times New Roman"/>
              <a:ea typeface="Times New Roman"/>
              <a:cs typeface="Times New Roman"/>
              <a:sym typeface="Times New Roman"/>
            </a:endParaRPr>
          </a:p>
          <a:p>
            <a:pPr marL="914400" marR="0" lvl="1" indent="-342900" algn="l" rtl="0">
              <a:lnSpc>
                <a:spcPct val="115000"/>
              </a:lnSpc>
              <a:spcBef>
                <a:spcPts val="0"/>
              </a:spcBef>
              <a:spcAft>
                <a:spcPts val="0"/>
              </a:spcAft>
              <a:buClr>
                <a:schemeClr val="dk1"/>
              </a:buClr>
              <a:buSzPts val="1800"/>
              <a:buFont typeface="Arial"/>
              <a:buChar char="○"/>
            </a:pPr>
            <a:r>
              <a:rPr lang="tr" sz="1800" b="0" i="0" u="none" strike="noStrike" cap="none" dirty="0">
                <a:solidFill>
                  <a:schemeClr val="dk1"/>
                </a:solidFill>
                <a:latin typeface="Times New Roman"/>
                <a:ea typeface="Times New Roman"/>
                <a:cs typeface="Times New Roman"/>
                <a:sym typeface="Times New Roman"/>
              </a:rPr>
              <a:t>1000 examples per domain (movie, restaurant, book)</a:t>
            </a:r>
            <a:endParaRPr sz="1800" b="0" i="0" u="none" strike="noStrike" cap="none" dirty="0">
              <a:solidFill>
                <a:schemeClr val="dk1"/>
              </a:solidFill>
              <a:latin typeface="Times New Roman"/>
              <a:ea typeface="Times New Roman"/>
              <a:cs typeface="Times New Roman"/>
              <a:sym typeface="Times New Roman"/>
            </a:endParaRPr>
          </a:p>
          <a:p>
            <a:pPr marL="457200" marR="0" lvl="0" indent="-342900" algn="l" rtl="0">
              <a:lnSpc>
                <a:spcPct val="115000"/>
              </a:lnSpc>
              <a:spcBef>
                <a:spcPts val="0"/>
              </a:spcBef>
              <a:spcAft>
                <a:spcPts val="0"/>
              </a:spcAft>
              <a:buClr>
                <a:schemeClr val="dk1"/>
              </a:buClr>
              <a:buSzPts val="1800"/>
              <a:buFont typeface="Arial"/>
              <a:buChar char="●"/>
            </a:pPr>
            <a:r>
              <a:rPr lang="tr" sz="1800" b="0" i="0" u="none" strike="noStrike" cap="none" dirty="0">
                <a:solidFill>
                  <a:schemeClr val="dk1"/>
                </a:solidFill>
                <a:latin typeface="Times New Roman"/>
                <a:ea typeface="Times New Roman"/>
                <a:cs typeface="Times New Roman"/>
                <a:sym typeface="Times New Roman"/>
              </a:rPr>
              <a:t>Sentiment classification (3000 examples):</a:t>
            </a:r>
            <a:endParaRPr sz="1800" b="0" i="0" u="none" strike="noStrike" cap="none" dirty="0">
              <a:solidFill>
                <a:schemeClr val="dk1"/>
              </a:solidFill>
              <a:latin typeface="Times New Roman"/>
              <a:ea typeface="Times New Roman"/>
              <a:cs typeface="Times New Roman"/>
              <a:sym typeface="Times New Roman"/>
            </a:endParaRPr>
          </a:p>
          <a:p>
            <a:pPr marL="914400" marR="0" lvl="1" indent="-342900" algn="l" rtl="0">
              <a:lnSpc>
                <a:spcPct val="115000"/>
              </a:lnSpc>
              <a:spcBef>
                <a:spcPts val="0"/>
              </a:spcBef>
              <a:spcAft>
                <a:spcPts val="0"/>
              </a:spcAft>
              <a:buClr>
                <a:schemeClr val="dk1"/>
              </a:buClr>
              <a:buSzPts val="1800"/>
              <a:buFont typeface="Arial"/>
              <a:buChar char="○"/>
            </a:pPr>
            <a:r>
              <a:rPr lang="tr" sz="1800" b="0" i="0" u="none" strike="noStrike" cap="none" dirty="0">
                <a:solidFill>
                  <a:schemeClr val="dk1"/>
                </a:solidFill>
                <a:latin typeface="Times New Roman"/>
                <a:ea typeface="Times New Roman"/>
                <a:cs typeface="Times New Roman"/>
                <a:sym typeface="Times New Roman"/>
              </a:rPr>
              <a:t>1000 positive, 1000 negative, 1000 neutral</a:t>
            </a:r>
            <a:endParaRPr sz="1800" b="1" i="0" u="none" strike="noStrike" cap="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p:txBody>
      </p:sp>
      <p:sp>
        <p:nvSpPr>
          <p:cNvPr id="68" name="Google Shape;68;p1"/>
          <p:cNvSpPr txBox="1"/>
          <p:nvPr/>
        </p:nvSpPr>
        <p:spPr>
          <a:xfrm>
            <a:off x="930450" y="17067642"/>
            <a:ext cx="9027900" cy="8247600"/>
          </a:xfrm>
          <a:prstGeom prst="rect">
            <a:avLst/>
          </a:prstGeom>
          <a:solidFill>
            <a:schemeClr val="lt1"/>
          </a:solid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3200"/>
              <a:buFont typeface="Arial"/>
              <a:buNone/>
            </a:pPr>
            <a:r>
              <a:rPr lang="tr" sz="3200" b="0" i="0" u="none" strike="noStrike" cap="none" dirty="0">
                <a:solidFill>
                  <a:schemeClr val="dk1"/>
                </a:solidFill>
                <a:latin typeface="Times New Roman"/>
                <a:ea typeface="Times New Roman"/>
                <a:cs typeface="Times New Roman"/>
                <a:sym typeface="Times New Roman"/>
              </a:rPr>
              <a:t>Sentiment Analysis</a:t>
            </a:r>
            <a:endParaRPr sz="3200" b="0" i="0" u="none" strike="noStrike" cap="none" dirty="0">
              <a:solidFill>
                <a:schemeClr val="dk1"/>
              </a:solidFill>
              <a:latin typeface="Times New Roman"/>
              <a:ea typeface="Times New Roman"/>
              <a:cs typeface="Times New Roman"/>
              <a:sym typeface="Times New Roman"/>
            </a:endParaRPr>
          </a:p>
          <a:p>
            <a:pPr marL="457200" marR="0" lvl="0" indent="-342900" algn="l" rtl="0">
              <a:lnSpc>
                <a:spcPct val="115000"/>
              </a:lnSpc>
              <a:spcBef>
                <a:spcPts val="0"/>
              </a:spcBef>
              <a:spcAft>
                <a:spcPts val="0"/>
              </a:spcAft>
              <a:buClr>
                <a:schemeClr val="dk1"/>
              </a:buClr>
              <a:buSzPts val="1800"/>
              <a:buFont typeface="Times New Roman"/>
              <a:buChar char="●"/>
            </a:pPr>
            <a:r>
              <a:rPr lang="tr" sz="1800" b="1" i="0" u="none" strike="noStrike" cap="none" dirty="0">
                <a:solidFill>
                  <a:schemeClr val="dk1"/>
                </a:solidFill>
                <a:latin typeface="Times New Roman"/>
                <a:ea typeface="Times New Roman"/>
                <a:cs typeface="Times New Roman"/>
                <a:sym typeface="Times New Roman"/>
              </a:rPr>
              <a:t>VADER (lexicon-based baseline)</a:t>
            </a:r>
            <a:endParaRPr sz="1800" b="1" i="0" u="none" strike="noStrike" cap="none" dirty="0">
              <a:solidFill>
                <a:schemeClr val="dk1"/>
              </a:solidFill>
              <a:latin typeface="Times New Roman"/>
              <a:ea typeface="Times New Roman"/>
              <a:cs typeface="Times New Roman"/>
              <a:sym typeface="Times New Roman"/>
            </a:endParaRPr>
          </a:p>
          <a:p>
            <a:pPr marL="914400" marR="0" lvl="1" indent="-342900" algn="l" rtl="0">
              <a:lnSpc>
                <a:spcPct val="115000"/>
              </a:lnSpc>
              <a:spcBef>
                <a:spcPts val="0"/>
              </a:spcBef>
              <a:spcAft>
                <a:spcPts val="0"/>
              </a:spcAft>
              <a:buClr>
                <a:schemeClr val="dk1"/>
              </a:buClr>
              <a:buSzPts val="1800"/>
              <a:buFont typeface="Times New Roman"/>
              <a:buChar char="○"/>
            </a:pPr>
            <a:r>
              <a:rPr lang="tr" sz="1800" dirty="0">
                <a:solidFill>
                  <a:schemeClr val="dk1"/>
                </a:solidFill>
                <a:latin typeface="Times New Roman"/>
                <a:ea typeface="Times New Roman"/>
                <a:cs typeface="Times New Roman"/>
                <a:sym typeface="Times New Roman"/>
              </a:rPr>
              <a:t>Uses the vaderSentiment compound score</a:t>
            </a:r>
            <a:endParaRPr sz="1800" dirty="0">
              <a:solidFill>
                <a:schemeClr val="dk1"/>
              </a:solidFill>
              <a:latin typeface="Times New Roman"/>
              <a:ea typeface="Times New Roman"/>
              <a:cs typeface="Times New Roman"/>
              <a:sym typeface="Times New Roman"/>
            </a:endParaRPr>
          </a:p>
          <a:p>
            <a:pPr marL="457200" marR="0" lvl="0" indent="-342900" algn="l" rtl="0">
              <a:lnSpc>
                <a:spcPct val="115000"/>
              </a:lnSpc>
              <a:spcBef>
                <a:spcPts val="0"/>
              </a:spcBef>
              <a:spcAft>
                <a:spcPts val="0"/>
              </a:spcAft>
              <a:buClr>
                <a:schemeClr val="dk1"/>
              </a:buClr>
              <a:buSzPts val="1800"/>
              <a:buFont typeface="Times New Roman"/>
              <a:buChar char="●"/>
            </a:pPr>
            <a:r>
              <a:rPr lang="tr" sz="1800" b="1" dirty="0">
                <a:solidFill>
                  <a:schemeClr val="dk1"/>
                </a:solidFill>
                <a:latin typeface="Times New Roman"/>
                <a:ea typeface="Times New Roman"/>
                <a:cs typeface="Times New Roman"/>
                <a:sym typeface="Times New Roman"/>
              </a:rPr>
              <a:t>TF-IDF + Logistic Regression (supervised): </a:t>
            </a:r>
            <a:endParaRPr sz="1800" dirty="0">
              <a:solidFill>
                <a:schemeClr val="dk1"/>
              </a:solidFill>
              <a:latin typeface="Times New Roman"/>
              <a:ea typeface="Times New Roman"/>
              <a:cs typeface="Times New Roman"/>
              <a:sym typeface="Times New Roman"/>
            </a:endParaRPr>
          </a:p>
          <a:p>
            <a:pPr marL="914400" lvl="1" indent="-342900">
              <a:lnSpc>
                <a:spcPct val="115000"/>
              </a:lnSpc>
              <a:buClr>
                <a:schemeClr val="dk1"/>
              </a:buClr>
              <a:buSzPts val="1800"/>
              <a:buFont typeface="Times New Roman"/>
              <a:buChar char="○"/>
            </a:pPr>
            <a:r>
              <a:rPr lang="tr" sz="1800" dirty="0">
                <a:solidFill>
                  <a:schemeClr val="dk1"/>
                </a:solidFill>
                <a:latin typeface="Times New Roman"/>
                <a:ea typeface="Times New Roman"/>
                <a:cs typeface="Times New Roman"/>
                <a:sym typeface="Times New Roman"/>
              </a:rPr>
              <a:t>TF-IDF vectorizer: </a:t>
            </a:r>
            <a:r>
              <a:rPr lang="en-US" sz="1800" dirty="0">
                <a:solidFill>
                  <a:schemeClr val="dk1"/>
                </a:solidFill>
                <a:latin typeface="Times New Roman"/>
                <a:ea typeface="Times New Roman"/>
                <a:cs typeface="Times New Roman"/>
                <a:sym typeface="Times New Roman"/>
              </a:rPr>
              <a:t>Unigrams + bigrams, </a:t>
            </a:r>
            <a:r>
              <a:rPr lang="en-US" sz="1800" dirty="0" err="1">
                <a:solidFill>
                  <a:schemeClr val="dk1"/>
                </a:solidFill>
                <a:latin typeface="Times New Roman"/>
                <a:ea typeface="Times New Roman"/>
                <a:cs typeface="Times New Roman"/>
                <a:sym typeface="Times New Roman"/>
              </a:rPr>
              <a:t>stopwords</a:t>
            </a:r>
            <a:r>
              <a:rPr lang="en-US" sz="1800" dirty="0">
                <a:solidFill>
                  <a:schemeClr val="dk1"/>
                </a:solidFill>
                <a:latin typeface="Times New Roman"/>
                <a:ea typeface="Times New Roman"/>
                <a:cs typeface="Times New Roman"/>
                <a:sym typeface="Times New Roman"/>
              </a:rPr>
              <a:t> removed,</a:t>
            </a:r>
            <a:r>
              <a:rPr lang="tr" sz="1800" dirty="0">
                <a:solidFill>
                  <a:schemeClr val="dk1"/>
                </a:solidFill>
                <a:latin typeface="Times New Roman"/>
                <a:ea typeface="Times New Roman"/>
                <a:cs typeface="Times New Roman"/>
                <a:sym typeface="Times New Roman"/>
              </a:rPr>
              <a:t> max 5000 features </a:t>
            </a:r>
            <a:endParaRPr lang="en-US" sz="1800" dirty="0">
              <a:solidFill>
                <a:schemeClr val="dk1"/>
              </a:solidFill>
              <a:latin typeface="Times New Roman"/>
              <a:ea typeface="Times New Roman"/>
              <a:cs typeface="Times New Roman"/>
              <a:sym typeface="Times New Roman"/>
            </a:endParaRPr>
          </a:p>
          <a:p>
            <a:pPr marL="914400" marR="0" lvl="1" indent="-342900" algn="l" rtl="0">
              <a:lnSpc>
                <a:spcPct val="115000"/>
              </a:lnSpc>
              <a:spcBef>
                <a:spcPts val="0"/>
              </a:spcBef>
              <a:spcAft>
                <a:spcPts val="0"/>
              </a:spcAft>
              <a:buClr>
                <a:schemeClr val="dk1"/>
              </a:buClr>
              <a:buSzPts val="1800"/>
              <a:buFont typeface="Times New Roman"/>
              <a:buChar char="○"/>
            </a:pPr>
            <a:r>
              <a:rPr lang="tr" sz="1800" dirty="0">
                <a:solidFill>
                  <a:schemeClr val="dk1"/>
                </a:solidFill>
                <a:latin typeface="Times New Roman"/>
                <a:ea typeface="Times New Roman"/>
                <a:cs typeface="Times New Roman"/>
                <a:sym typeface="Times New Roman"/>
              </a:rPr>
              <a:t>Logistic Regression: max 1000 iterations</a:t>
            </a:r>
            <a:endParaRPr sz="1800" dirty="0">
              <a:solidFill>
                <a:schemeClr val="dk1"/>
              </a:solidFill>
              <a:latin typeface="Times New Roman"/>
              <a:ea typeface="Times New Roman"/>
              <a:cs typeface="Times New Roman"/>
              <a:sym typeface="Times New Roman"/>
            </a:endParaRPr>
          </a:p>
          <a:p>
            <a:pPr marL="914400" marR="0" lvl="1" indent="-342900" algn="l" rtl="0">
              <a:lnSpc>
                <a:spcPct val="115000"/>
              </a:lnSpc>
              <a:spcBef>
                <a:spcPts val="0"/>
              </a:spcBef>
              <a:spcAft>
                <a:spcPts val="0"/>
              </a:spcAft>
              <a:buClr>
                <a:schemeClr val="dk1"/>
              </a:buClr>
              <a:buSzPts val="1800"/>
              <a:buFont typeface="Times New Roman"/>
              <a:buChar char="○"/>
            </a:pPr>
            <a:r>
              <a:rPr lang="tr" sz="1800" dirty="0">
                <a:solidFill>
                  <a:schemeClr val="dk1"/>
                </a:solidFill>
                <a:latin typeface="Times New Roman"/>
                <a:ea typeface="Times New Roman"/>
                <a:cs typeface="Times New Roman"/>
                <a:sym typeface="Times New Roman"/>
              </a:rPr>
              <a:t>Trained on the sentiment classification dataset (3 classes balanced)</a:t>
            </a:r>
            <a:endParaRPr sz="1800" dirty="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3200"/>
              <a:buFont typeface="Arial"/>
              <a:buNone/>
            </a:pPr>
            <a:r>
              <a:rPr lang="tr" sz="3200" dirty="0">
                <a:solidFill>
                  <a:schemeClr val="dk1"/>
                </a:solidFill>
                <a:latin typeface="Times New Roman"/>
                <a:ea typeface="Times New Roman"/>
                <a:cs typeface="Times New Roman"/>
                <a:sym typeface="Times New Roman"/>
              </a:rPr>
              <a:t>Topic Classification</a:t>
            </a:r>
            <a:endParaRPr sz="3200" dirty="0">
              <a:solidFill>
                <a:schemeClr val="dk1"/>
              </a:solidFill>
              <a:latin typeface="Times New Roman"/>
              <a:ea typeface="Times New Roman"/>
              <a:cs typeface="Times New Roman"/>
              <a:sym typeface="Times New Roman"/>
            </a:endParaRPr>
          </a:p>
          <a:p>
            <a:pPr marL="457200" lvl="0" indent="-342900" algn="l" rtl="0">
              <a:lnSpc>
                <a:spcPct val="115000"/>
              </a:lnSpc>
              <a:spcBef>
                <a:spcPts val="0"/>
              </a:spcBef>
              <a:spcAft>
                <a:spcPts val="0"/>
              </a:spcAft>
              <a:buClr>
                <a:schemeClr val="dk1"/>
              </a:buClr>
              <a:buSzPts val="1800"/>
              <a:buFont typeface="Times New Roman"/>
              <a:buChar char="●"/>
            </a:pPr>
            <a:r>
              <a:rPr lang="tr" sz="1800" b="1" dirty="0">
                <a:solidFill>
                  <a:schemeClr val="dk1"/>
                </a:solidFill>
                <a:latin typeface="Times New Roman"/>
                <a:ea typeface="Times New Roman"/>
                <a:cs typeface="Times New Roman"/>
                <a:sym typeface="Times New Roman"/>
              </a:rPr>
              <a:t>TF-IDF + Logistic Regression (supervised)</a:t>
            </a:r>
            <a:endParaRPr sz="1800" b="1" dirty="0">
              <a:solidFill>
                <a:schemeClr val="dk1"/>
              </a:solidFill>
              <a:latin typeface="Times New Roman"/>
              <a:ea typeface="Times New Roman"/>
              <a:cs typeface="Times New Roman"/>
              <a:sym typeface="Times New Roman"/>
            </a:endParaRPr>
          </a:p>
          <a:p>
            <a:pPr marL="914400" lvl="1" indent="-342900" algn="l" rtl="0">
              <a:lnSpc>
                <a:spcPct val="115000"/>
              </a:lnSpc>
              <a:spcBef>
                <a:spcPts val="0"/>
              </a:spcBef>
              <a:spcAft>
                <a:spcPts val="0"/>
              </a:spcAft>
              <a:buClr>
                <a:schemeClr val="dk1"/>
              </a:buClr>
              <a:buSzPts val="1800"/>
              <a:buFont typeface="Times New Roman"/>
              <a:buChar char="○"/>
            </a:pPr>
            <a:r>
              <a:rPr lang="tr" sz="1800" dirty="0">
                <a:solidFill>
                  <a:schemeClr val="dk1"/>
                </a:solidFill>
                <a:latin typeface="Times New Roman"/>
                <a:ea typeface="Times New Roman"/>
                <a:cs typeface="Times New Roman"/>
                <a:sym typeface="Times New Roman"/>
              </a:rPr>
              <a:t>Same TF-IDF settings as above, separate vectorizer instance</a:t>
            </a:r>
            <a:endParaRPr sz="1800" dirty="0">
              <a:solidFill>
                <a:schemeClr val="dk1"/>
              </a:solidFill>
              <a:latin typeface="Times New Roman"/>
              <a:ea typeface="Times New Roman"/>
              <a:cs typeface="Times New Roman"/>
              <a:sym typeface="Times New Roman"/>
            </a:endParaRPr>
          </a:p>
          <a:p>
            <a:pPr marL="914400" lvl="1" indent="-342900" algn="l" rtl="0">
              <a:lnSpc>
                <a:spcPct val="115000"/>
              </a:lnSpc>
              <a:spcBef>
                <a:spcPts val="0"/>
              </a:spcBef>
              <a:spcAft>
                <a:spcPts val="0"/>
              </a:spcAft>
              <a:buClr>
                <a:schemeClr val="dk1"/>
              </a:buClr>
              <a:buSzPts val="1800"/>
              <a:buFont typeface="Times New Roman"/>
              <a:buChar char="○"/>
            </a:pPr>
            <a:r>
              <a:rPr lang="tr" sz="1800" dirty="0">
                <a:solidFill>
                  <a:schemeClr val="dk1"/>
                </a:solidFill>
                <a:latin typeface="Times New Roman"/>
                <a:ea typeface="Times New Roman"/>
                <a:cs typeface="Times New Roman"/>
                <a:sym typeface="Times New Roman"/>
              </a:rPr>
              <a:t>Trained on the topic classification dataset (3 classes balanced)</a:t>
            </a:r>
            <a:endParaRPr sz="1800" dirty="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3200"/>
              <a:buFont typeface="Arial"/>
              <a:buNone/>
            </a:pPr>
            <a:endParaRPr sz="1800" dirty="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3200"/>
              <a:buFont typeface="Arial"/>
              <a:buNone/>
            </a:pPr>
            <a:r>
              <a:rPr lang="tr" sz="3200" dirty="0">
                <a:solidFill>
                  <a:schemeClr val="dk1"/>
                </a:solidFill>
                <a:latin typeface="Times New Roman"/>
                <a:ea typeface="Times New Roman"/>
                <a:cs typeface="Times New Roman"/>
                <a:sym typeface="Times New Roman"/>
              </a:rPr>
              <a:t>NERC</a:t>
            </a:r>
            <a:endParaRPr sz="3200" dirty="0">
              <a:solidFill>
                <a:schemeClr val="dk1"/>
              </a:solidFill>
              <a:latin typeface="Times New Roman"/>
              <a:ea typeface="Times New Roman"/>
              <a:cs typeface="Times New Roman"/>
              <a:sym typeface="Times New Roman"/>
            </a:endParaRPr>
          </a:p>
          <a:p>
            <a:pPr marL="457200" lvl="0" indent="-342900" algn="l" rtl="0">
              <a:lnSpc>
                <a:spcPct val="115000"/>
              </a:lnSpc>
              <a:spcBef>
                <a:spcPts val="0"/>
              </a:spcBef>
              <a:spcAft>
                <a:spcPts val="0"/>
              </a:spcAft>
              <a:buClr>
                <a:schemeClr val="dk1"/>
              </a:buClr>
              <a:buSzPts val="1800"/>
              <a:buFont typeface="Times New Roman"/>
              <a:buChar char="●"/>
            </a:pPr>
            <a:r>
              <a:rPr lang="tr" sz="1800" b="1" dirty="0">
                <a:solidFill>
                  <a:schemeClr val="dk1"/>
                </a:solidFill>
                <a:latin typeface="Times New Roman"/>
                <a:ea typeface="Times New Roman"/>
                <a:cs typeface="Times New Roman"/>
                <a:sym typeface="Times New Roman"/>
              </a:rPr>
              <a:t>SpaCy pre-trained NER (en_core_web_sm)</a:t>
            </a:r>
            <a:endParaRPr sz="1800" b="1" dirty="0">
              <a:solidFill>
                <a:schemeClr val="dk1"/>
              </a:solidFill>
              <a:latin typeface="Times New Roman"/>
              <a:ea typeface="Times New Roman"/>
              <a:cs typeface="Times New Roman"/>
              <a:sym typeface="Times New Roman"/>
            </a:endParaRPr>
          </a:p>
          <a:p>
            <a:pPr marL="914400" lvl="1" indent="-342900" algn="l" rtl="0">
              <a:lnSpc>
                <a:spcPct val="115000"/>
              </a:lnSpc>
              <a:spcBef>
                <a:spcPts val="0"/>
              </a:spcBef>
              <a:spcAft>
                <a:spcPts val="0"/>
              </a:spcAft>
              <a:buClr>
                <a:schemeClr val="dk1"/>
              </a:buClr>
              <a:buSzPts val="1800"/>
              <a:buFont typeface="Times New Roman"/>
              <a:buChar char="○"/>
            </a:pPr>
            <a:r>
              <a:rPr lang="tr" sz="1800" dirty="0">
                <a:solidFill>
                  <a:schemeClr val="dk1"/>
                </a:solidFill>
                <a:latin typeface="Times New Roman"/>
                <a:ea typeface="Times New Roman"/>
                <a:cs typeface="Times New Roman"/>
                <a:sym typeface="Times New Roman"/>
              </a:rPr>
              <a:t>SpaCy en_core_web_sm applied to reconstructed sentences (tokens joined by spaces)</a:t>
            </a:r>
            <a:endParaRPr sz="1800" dirty="0">
              <a:solidFill>
                <a:schemeClr val="dk1"/>
              </a:solidFill>
              <a:latin typeface="Times New Roman"/>
              <a:ea typeface="Times New Roman"/>
              <a:cs typeface="Times New Roman"/>
              <a:sym typeface="Times New Roman"/>
            </a:endParaRPr>
          </a:p>
          <a:p>
            <a:pPr marL="914400" lvl="1" indent="-342900" algn="l" rtl="0">
              <a:lnSpc>
                <a:spcPct val="115000"/>
              </a:lnSpc>
              <a:spcBef>
                <a:spcPts val="0"/>
              </a:spcBef>
              <a:spcAft>
                <a:spcPts val="0"/>
              </a:spcAft>
              <a:buClr>
                <a:schemeClr val="dk1"/>
              </a:buClr>
              <a:buSzPts val="1800"/>
              <a:buFont typeface="Times New Roman"/>
              <a:buChar char="○"/>
            </a:pPr>
            <a:r>
              <a:rPr lang="tr" sz="1800" dirty="0">
                <a:solidFill>
                  <a:schemeClr val="dk1"/>
                </a:solidFill>
                <a:latin typeface="Times New Roman"/>
                <a:ea typeface="Times New Roman"/>
                <a:cs typeface="Times New Roman"/>
                <a:sym typeface="Times New Roman"/>
              </a:rPr>
              <a:t>Entity labels mapped to course label set</a:t>
            </a:r>
            <a:endParaRPr sz="1800" dirty="0">
              <a:solidFill>
                <a:schemeClr val="dk1"/>
              </a:solidFill>
              <a:latin typeface="Times New Roman"/>
              <a:ea typeface="Times New Roman"/>
              <a:cs typeface="Times New Roman"/>
              <a:sym typeface="Times New Roman"/>
            </a:endParaRPr>
          </a:p>
          <a:p>
            <a:pPr marL="914400" lvl="1" indent="-342900" algn="l" rtl="0">
              <a:lnSpc>
                <a:spcPct val="115000"/>
              </a:lnSpc>
              <a:spcBef>
                <a:spcPts val="0"/>
              </a:spcBef>
              <a:spcAft>
                <a:spcPts val="0"/>
              </a:spcAft>
              <a:buClr>
                <a:schemeClr val="dk1"/>
              </a:buClr>
              <a:buSzPts val="1800"/>
              <a:buFont typeface="Times New Roman"/>
              <a:buChar char="○"/>
            </a:pPr>
            <a:r>
              <a:rPr lang="tr" sz="1800" dirty="0">
                <a:solidFill>
                  <a:schemeClr val="dk1"/>
                </a:solidFill>
                <a:latin typeface="Times New Roman"/>
                <a:ea typeface="Times New Roman"/>
                <a:cs typeface="Times New Roman"/>
                <a:sym typeface="Times New Roman"/>
              </a:rPr>
              <a:t>Entity spans converted back to BIO tags via character offset alignment </a:t>
            </a:r>
            <a:endParaRPr sz="1800" dirty="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None/>
            </a:pPr>
            <a:endParaRPr sz="1800" dirty="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None/>
            </a:pPr>
            <a:r>
              <a:rPr lang="tr" sz="3200" dirty="0">
                <a:solidFill>
                  <a:schemeClr val="dk1"/>
                </a:solidFill>
                <a:latin typeface="Times New Roman"/>
                <a:ea typeface="Times New Roman"/>
                <a:cs typeface="Times New Roman"/>
                <a:sym typeface="Times New Roman"/>
              </a:rPr>
              <a:t>Evaluation</a:t>
            </a:r>
            <a:endParaRPr sz="3200" dirty="0">
              <a:solidFill>
                <a:schemeClr val="dk1"/>
              </a:solidFill>
              <a:latin typeface="Times New Roman"/>
              <a:ea typeface="Times New Roman"/>
              <a:cs typeface="Times New Roman"/>
              <a:sym typeface="Times New Roman"/>
            </a:endParaRPr>
          </a:p>
          <a:p>
            <a:pPr marL="457200" lvl="0" indent="-342900" algn="l" rtl="0">
              <a:lnSpc>
                <a:spcPct val="115000"/>
              </a:lnSpc>
              <a:spcBef>
                <a:spcPts val="0"/>
              </a:spcBef>
              <a:spcAft>
                <a:spcPts val="0"/>
              </a:spcAft>
              <a:buClr>
                <a:schemeClr val="dk1"/>
              </a:buClr>
              <a:buSzPts val="1800"/>
              <a:buFont typeface="Times New Roman"/>
              <a:buChar char="●"/>
            </a:pPr>
            <a:r>
              <a:rPr lang="tr" sz="1800" dirty="0">
                <a:solidFill>
                  <a:schemeClr val="dk1"/>
                </a:solidFill>
                <a:latin typeface="Times New Roman"/>
                <a:ea typeface="Times New Roman"/>
                <a:cs typeface="Times New Roman"/>
                <a:sym typeface="Times New Roman"/>
              </a:rPr>
              <a:t>Accuracy + macro F1 for all three tasks</a:t>
            </a:r>
            <a:endParaRPr sz="1800" dirty="0">
              <a:solidFill>
                <a:schemeClr val="dk1"/>
              </a:solidFill>
              <a:latin typeface="Times New Roman"/>
              <a:ea typeface="Times New Roman"/>
              <a:cs typeface="Times New Roman"/>
              <a:sym typeface="Times New Roman"/>
            </a:endParaRPr>
          </a:p>
          <a:p>
            <a:pPr marL="457200" lvl="0" indent="-342900" algn="l" rtl="0">
              <a:lnSpc>
                <a:spcPct val="115000"/>
              </a:lnSpc>
              <a:spcBef>
                <a:spcPts val="0"/>
              </a:spcBef>
              <a:spcAft>
                <a:spcPts val="0"/>
              </a:spcAft>
              <a:buClr>
                <a:schemeClr val="dk1"/>
              </a:buClr>
              <a:buSzPts val="1800"/>
              <a:buFont typeface="Times New Roman"/>
              <a:buChar char="●"/>
            </a:pPr>
            <a:r>
              <a:rPr lang="tr" sz="1800" dirty="0">
                <a:solidFill>
                  <a:schemeClr val="dk1"/>
                </a:solidFill>
                <a:latin typeface="Times New Roman"/>
                <a:ea typeface="Times New Roman"/>
                <a:cs typeface="Times New Roman"/>
                <a:sym typeface="Times New Roman"/>
              </a:rPr>
              <a:t>NERC evaluated at token level against gold BIO labels</a:t>
            </a:r>
            <a:br>
              <a:rPr lang="tr" sz="1800" dirty="0">
                <a:solidFill>
                  <a:schemeClr val="dk1"/>
                </a:solidFill>
                <a:latin typeface="Times New Roman"/>
                <a:ea typeface="Times New Roman"/>
                <a:cs typeface="Times New Roman"/>
                <a:sym typeface="Times New Roman"/>
              </a:rPr>
            </a:br>
            <a:endParaRPr sz="1800" dirty="0">
              <a:solidFill>
                <a:schemeClr val="dk1"/>
              </a:solidFill>
              <a:latin typeface="Times New Roman"/>
              <a:ea typeface="Times New Roman"/>
              <a:cs typeface="Times New Roman"/>
              <a:sym typeface="Times New Roman"/>
            </a:endParaRPr>
          </a:p>
        </p:txBody>
      </p:sp>
      <p:sp>
        <p:nvSpPr>
          <p:cNvPr id="69" name="Google Shape;69;p1"/>
          <p:cNvSpPr txBox="1"/>
          <p:nvPr/>
        </p:nvSpPr>
        <p:spPr>
          <a:xfrm>
            <a:off x="484039" y="4780767"/>
            <a:ext cx="20415900" cy="163121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tr" sz="2000" b="0" i="0" u="none" strike="noStrike" cap="none" dirty="0">
                <a:solidFill>
                  <a:srgbClr val="000000"/>
                </a:solidFill>
                <a:latin typeface="Times New Roman"/>
                <a:ea typeface="Times New Roman"/>
                <a:cs typeface="Times New Roman"/>
                <a:sym typeface="Times New Roman"/>
              </a:rPr>
              <a:t>Sentiment analysis, topic classification and Named Entity Recognition and Classification (NERC) are the three objectives for which this research evaluates NLP techniques. We trained classifiers on external datasets from three domains: movie reviews, restaurant reviews and book reviews. Using test sets provided by the course, we assessed both lexicon-based and machine learning methods. While topic classification and NERC produced excellent results using TF-IDF + logistic regression (F1: 0.92) and a pre-trained spaCy model (F1: 0,87), respectively VADER performed better for sentiment analysis than a TF-IDF + Logistic regression classifier (F1: 0.56 vs 0.39). Our results demonstrate the competitiveness of rule-based systems for sentiment in short sentences and the advantages of domain-matched training data. </a:t>
            </a:r>
            <a:endParaRPr sz="2000" b="0" i="0" u="none" strike="noStrike" cap="none" dirty="0">
              <a:solidFill>
                <a:srgbClr val="000000"/>
              </a:solidFill>
              <a:latin typeface="Times New Roman"/>
              <a:ea typeface="Times New Roman"/>
              <a:cs typeface="Times New Roman"/>
              <a:sym typeface="Times New Roman"/>
            </a:endParaRPr>
          </a:p>
        </p:txBody>
      </p:sp>
      <p:graphicFrame>
        <p:nvGraphicFramePr>
          <p:cNvPr id="70" name="Google Shape;70;p1"/>
          <p:cNvGraphicFramePr/>
          <p:nvPr/>
        </p:nvGraphicFramePr>
        <p:xfrm>
          <a:off x="484113" y="26443188"/>
          <a:ext cx="9920700" cy="2846875"/>
        </p:xfrm>
        <a:graphic>
          <a:graphicData uri="http://schemas.openxmlformats.org/drawingml/2006/table">
            <a:tbl>
              <a:tblPr>
                <a:noFill/>
                <a:tableStyleId>{24B07278-900C-43CA-BA69-879B65E23405}</a:tableStyleId>
              </a:tblPr>
              <a:tblGrid>
                <a:gridCol w="2016950">
                  <a:extLst>
                    <a:ext uri="{9D8B030D-6E8A-4147-A177-3AD203B41FA5}">
                      <a16:colId xmlns:a16="http://schemas.microsoft.com/office/drawing/2014/main" val="20000"/>
                    </a:ext>
                  </a:extLst>
                </a:gridCol>
                <a:gridCol w="5919500">
                  <a:extLst>
                    <a:ext uri="{9D8B030D-6E8A-4147-A177-3AD203B41FA5}">
                      <a16:colId xmlns:a16="http://schemas.microsoft.com/office/drawing/2014/main" val="20001"/>
                    </a:ext>
                  </a:extLst>
                </a:gridCol>
                <a:gridCol w="1040150">
                  <a:extLst>
                    <a:ext uri="{9D8B030D-6E8A-4147-A177-3AD203B41FA5}">
                      <a16:colId xmlns:a16="http://schemas.microsoft.com/office/drawing/2014/main" val="20002"/>
                    </a:ext>
                  </a:extLst>
                </a:gridCol>
                <a:gridCol w="944100">
                  <a:extLst>
                    <a:ext uri="{9D8B030D-6E8A-4147-A177-3AD203B41FA5}">
                      <a16:colId xmlns:a16="http://schemas.microsoft.com/office/drawing/2014/main" val="20003"/>
                    </a:ext>
                  </a:extLst>
                </a:gridCol>
              </a:tblGrid>
              <a:tr h="519475">
                <a:tc>
                  <a:txBody>
                    <a:bodyPr/>
                    <a:lstStyle/>
                    <a:p>
                      <a:pPr marL="0" lvl="0" indent="0" algn="l" rtl="0">
                        <a:lnSpc>
                          <a:spcPct val="115000"/>
                        </a:lnSpc>
                        <a:spcBef>
                          <a:spcPts val="200"/>
                        </a:spcBef>
                        <a:spcAft>
                          <a:spcPts val="0"/>
                        </a:spcAft>
                        <a:buClr>
                          <a:schemeClr val="dk1"/>
                        </a:buClr>
                        <a:buSzPts val="1600"/>
                        <a:buFont typeface="Arial"/>
                        <a:buNone/>
                      </a:pPr>
                      <a:r>
                        <a:rPr lang="tr" sz="2400" b="1">
                          <a:solidFill>
                            <a:schemeClr val="dk1"/>
                          </a:solidFill>
                          <a:latin typeface="Times New Roman"/>
                          <a:ea typeface="Times New Roman"/>
                          <a:cs typeface="Times New Roman"/>
                          <a:sym typeface="Times New Roman"/>
                        </a:rPr>
                        <a:t>Task </a:t>
                      </a:r>
                      <a:endParaRPr sz="2400"/>
                    </a:p>
                  </a:txBody>
                  <a:tcPr marL="91425" marR="91425" marT="91425" marB="91425">
                    <a:solidFill>
                      <a:srgbClr val="F9CB9C"/>
                    </a:solidFill>
                  </a:tcPr>
                </a:tc>
                <a:tc>
                  <a:txBody>
                    <a:bodyPr/>
                    <a:lstStyle/>
                    <a:p>
                      <a:pPr marL="0" lvl="0" indent="0" algn="l" rtl="0">
                        <a:lnSpc>
                          <a:spcPct val="115000"/>
                        </a:lnSpc>
                        <a:spcBef>
                          <a:spcPts val="200"/>
                        </a:spcBef>
                        <a:spcAft>
                          <a:spcPts val="0"/>
                        </a:spcAft>
                        <a:buClr>
                          <a:schemeClr val="dk1"/>
                        </a:buClr>
                        <a:buSzPts val="1600"/>
                        <a:buFont typeface="Arial"/>
                        <a:buNone/>
                      </a:pPr>
                      <a:r>
                        <a:rPr lang="tr" sz="2400" b="1">
                          <a:solidFill>
                            <a:schemeClr val="dk1"/>
                          </a:solidFill>
                          <a:latin typeface="Times New Roman"/>
                          <a:ea typeface="Times New Roman"/>
                          <a:cs typeface="Times New Roman"/>
                          <a:sym typeface="Times New Roman"/>
                        </a:rPr>
                        <a:t>System </a:t>
                      </a:r>
                      <a:endParaRPr sz="2400"/>
                    </a:p>
                  </a:txBody>
                  <a:tcPr marL="91425" marR="91425" marT="91425" marB="91425">
                    <a:solidFill>
                      <a:srgbClr val="F9CB9C"/>
                    </a:solidFill>
                  </a:tcPr>
                </a:tc>
                <a:tc>
                  <a:txBody>
                    <a:bodyPr/>
                    <a:lstStyle/>
                    <a:p>
                      <a:pPr marL="0" lvl="0" indent="0" algn="l" rtl="0">
                        <a:lnSpc>
                          <a:spcPct val="115000"/>
                        </a:lnSpc>
                        <a:spcBef>
                          <a:spcPts val="200"/>
                        </a:spcBef>
                        <a:spcAft>
                          <a:spcPts val="0"/>
                        </a:spcAft>
                        <a:buClr>
                          <a:schemeClr val="dk1"/>
                        </a:buClr>
                        <a:buSzPts val="1600"/>
                        <a:buFont typeface="Arial"/>
                        <a:buNone/>
                      </a:pPr>
                      <a:r>
                        <a:rPr lang="tr" sz="2400" b="1">
                          <a:solidFill>
                            <a:schemeClr val="dk1"/>
                          </a:solidFill>
                          <a:latin typeface="Times New Roman"/>
                          <a:ea typeface="Times New Roman"/>
                          <a:cs typeface="Times New Roman"/>
                          <a:sym typeface="Times New Roman"/>
                        </a:rPr>
                        <a:t>Acc</a:t>
                      </a:r>
                      <a:endParaRPr sz="2400"/>
                    </a:p>
                  </a:txBody>
                  <a:tcPr marL="91425" marR="91425" marT="91425" marB="91425">
                    <a:solidFill>
                      <a:srgbClr val="F9CB9C"/>
                    </a:solidFill>
                  </a:tcPr>
                </a:tc>
                <a:tc>
                  <a:txBody>
                    <a:bodyPr/>
                    <a:lstStyle/>
                    <a:p>
                      <a:pPr marL="0" lvl="0" indent="0" algn="l" rtl="0">
                        <a:lnSpc>
                          <a:spcPct val="115000"/>
                        </a:lnSpc>
                        <a:spcBef>
                          <a:spcPts val="200"/>
                        </a:spcBef>
                        <a:spcAft>
                          <a:spcPts val="0"/>
                        </a:spcAft>
                        <a:buClr>
                          <a:schemeClr val="dk1"/>
                        </a:buClr>
                        <a:buSzPts val="1600"/>
                        <a:buFont typeface="Arial"/>
                        <a:buNone/>
                      </a:pPr>
                      <a:r>
                        <a:rPr lang="tr" sz="2400" b="1">
                          <a:solidFill>
                            <a:schemeClr val="dk1"/>
                          </a:solidFill>
                          <a:latin typeface="Times New Roman"/>
                          <a:ea typeface="Times New Roman"/>
                          <a:cs typeface="Times New Roman"/>
                          <a:sym typeface="Times New Roman"/>
                        </a:rPr>
                        <a:t>F1</a:t>
                      </a:r>
                      <a:endParaRPr sz="2400"/>
                    </a:p>
                  </a:txBody>
                  <a:tcPr marL="91425" marR="91425" marT="91425" marB="91425">
                    <a:solidFill>
                      <a:srgbClr val="F9CB9C"/>
                    </a:solidFill>
                  </a:tcPr>
                </a:tc>
                <a:extLst>
                  <a:ext uri="{0D108BD9-81ED-4DB2-BD59-A6C34878D82A}">
                    <a16:rowId xmlns:a16="http://schemas.microsoft.com/office/drawing/2014/main" val="10000"/>
                  </a:ext>
                </a:extLst>
              </a:tr>
              <a:tr h="519475">
                <a:tc>
                  <a:txBody>
                    <a:bodyPr/>
                    <a:lstStyle/>
                    <a:p>
                      <a:pPr marL="0" lvl="0" indent="0" algn="l" rtl="0">
                        <a:lnSpc>
                          <a:spcPct val="115000"/>
                        </a:lnSpc>
                        <a:spcBef>
                          <a:spcPts val="0"/>
                        </a:spcBef>
                        <a:spcAft>
                          <a:spcPts val="0"/>
                        </a:spcAft>
                        <a:buClr>
                          <a:schemeClr val="dk1"/>
                        </a:buClr>
                        <a:buSzPts val="1600"/>
                        <a:buFont typeface="Arial"/>
                        <a:buNone/>
                      </a:pPr>
                      <a:r>
                        <a:rPr lang="tr" sz="2400">
                          <a:solidFill>
                            <a:schemeClr val="dk1"/>
                          </a:solidFill>
                          <a:latin typeface="Times New Roman"/>
                          <a:ea typeface="Times New Roman"/>
                          <a:cs typeface="Times New Roman"/>
                          <a:sym typeface="Times New Roman"/>
                        </a:rPr>
                        <a:t>Sentiment </a:t>
                      </a:r>
                      <a:endParaRPr sz="2400"/>
                    </a:p>
                  </a:txBody>
                  <a:tcPr marL="91425" marR="91425" marT="91425" marB="91425"/>
                </a:tc>
                <a:tc>
                  <a:txBody>
                    <a:bodyPr/>
                    <a:lstStyle/>
                    <a:p>
                      <a:pPr marL="0" lvl="0" indent="0" algn="l" rtl="0">
                        <a:lnSpc>
                          <a:spcPct val="115000"/>
                        </a:lnSpc>
                        <a:spcBef>
                          <a:spcPts val="0"/>
                        </a:spcBef>
                        <a:spcAft>
                          <a:spcPts val="0"/>
                        </a:spcAft>
                        <a:buClr>
                          <a:schemeClr val="dk1"/>
                        </a:buClr>
                        <a:buSzPts val="1600"/>
                        <a:buFont typeface="Arial"/>
                        <a:buNone/>
                      </a:pPr>
                      <a:r>
                        <a:rPr lang="tr" sz="1800">
                          <a:solidFill>
                            <a:schemeClr val="dk1"/>
                          </a:solidFill>
                          <a:latin typeface="Times New Roman"/>
                          <a:ea typeface="Times New Roman"/>
                          <a:cs typeface="Times New Roman"/>
                          <a:sym typeface="Times New Roman"/>
                        </a:rPr>
                        <a:t>VADER (lexicon-based) </a:t>
                      </a:r>
                      <a:endParaRPr sz="1800"/>
                    </a:p>
                  </a:txBody>
                  <a:tcPr marL="91425" marR="91425" marT="91425" marB="91425"/>
                </a:tc>
                <a:tc>
                  <a:txBody>
                    <a:bodyPr/>
                    <a:lstStyle/>
                    <a:p>
                      <a:pPr marL="0" lvl="0" indent="0" algn="l" rtl="0">
                        <a:lnSpc>
                          <a:spcPct val="115000"/>
                        </a:lnSpc>
                        <a:spcBef>
                          <a:spcPts val="0"/>
                        </a:spcBef>
                        <a:spcAft>
                          <a:spcPts val="0"/>
                        </a:spcAft>
                        <a:buClr>
                          <a:schemeClr val="dk1"/>
                        </a:buClr>
                        <a:buSzPts val="1600"/>
                        <a:buFont typeface="Arial"/>
                        <a:buNone/>
                      </a:pPr>
                      <a:r>
                        <a:rPr lang="tr" sz="1800">
                          <a:solidFill>
                            <a:schemeClr val="dk1"/>
                          </a:solidFill>
                          <a:latin typeface="Times New Roman"/>
                          <a:ea typeface="Times New Roman"/>
                          <a:cs typeface="Times New Roman"/>
                          <a:sym typeface="Times New Roman"/>
                        </a:rPr>
                        <a:t>0.60</a:t>
                      </a:r>
                      <a:endParaRPr sz="1800"/>
                    </a:p>
                  </a:txBody>
                  <a:tcPr marL="91425" marR="91425" marT="91425" marB="91425"/>
                </a:tc>
                <a:tc>
                  <a:txBody>
                    <a:bodyPr/>
                    <a:lstStyle/>
                    <a:p>
                      <a:pPr marL="0" lvl="0" indent="0" algn="l" rtl="0">
                        <a:lnSpc>
                          <a:spcPct val="115000"/>
                        </a:lnSpc>
                        <a:spcBef>
                          <a:spcPts val="0"/>
                        </a:spcBef>
                        <a:spcAft>
                          <a:spcPts val="0"/>
                        </a:spcAft>
                        <a:buClr>
                          <a:schemeClr val="dk1"/>
                        </a:buClr>
                        <a:buSzPts val="1600"/>
                        <a:buFont typeface="Arial"/>
                        <a:buNone/>
                      </a:pPr>
                      <a:r>
                        <a:rPr lang="tr" sz="1800">
                          <a:solidFill>
                            <a:schemeClr val="dk1"/>
                          </a:solidFill>
                          <a:latin typeface="Times New Roman"/>
                          <a:ea typeface="Times New Roman"/>
                          <a:cs typeface="Times New Roman"/>
                          <a:sym typeface="Times New Roman"/>
                        </a:rPr>
                        <a:t>0.56</a:t>
                      </a:r>
                      <a:endParaRPr sz="1800"/>
                    </a:p>
                  </a:txBody>
                  <a:tcPr marL="91425" marR="91425" marT="91425" marB="91425"/>
                </a:tc>
                <a:extLst>
                  <a:ext uri="{0D108BD9-81ED-4DB2-BD59-A6C34878D82A}">
                    <a16:rowId xmlns:a16="http://schemas.microsoft.com/office/drawing/2014/main" val="10001"/>
                  </a:ext>
                </a:extLst>
              </a:tr>
              <a:tr h="519475">
                <a:tc>
                  <a:txBody>
                    <a:bodyPr/>
                    <a:lstStyle/>
                    <a:p>
                      <a:pPr marL="0" lvl="0" indent="0" algn="l" rtl="0">
                        <a:lnSpc>
                          <a:spcPct val="115000"/>
                        </a:lnSpc>
                        <a:spcBef>
                          <a:spcPts val="0"/>
                        </a:spcBef>
                        <a:spcAft>
                          <a:spcPts val="0"/>
                        </a:spcAft>
                        <a:buClr>
                          <a:schemeClr val="dk1"/>
                        </a:buClr>
                        <a:buSzPts val="1600"/>
                        <a:buFont typeface="Arial"/>
                        <a:buNone/>
                      </a:pPr>
                      <a:r>
                        <a:rPr lang="tr" sz="2400">
                          <a:solidFill>
                            <a:schemeClr val="dk1"/>
                          </a:solidFill>
                          <a:latin typeface="Times New Roman"/>
                          <a:ea typeface="Times New Roman"/>
                          <a:cs typeface="Times New Roman"/>
                          <a:sym typeface="Times New Roman"/>
                        </a:rPr>
                        <a:t>Sentiment </a:t>
                      </a:r>
                      <a:endParaRPr sz="2400"/>
                    </a:p>
                  </a:txBody>
                  <a:tcPr marL="91425" marR="91425" marT="91425" marB="91425">
                    <a:solidFill>
                      <a:srgbClr val="D9D9D9"/>
                    </a:solidFill>
                  </a:tcPr>
                </a:tc>
                <a:tc>
                  <a:txBody>
                    <a:bodyPr/>
                    <a:lstStyle/>
                    <a:p>
                      <a:pPr marL="0" lvl="0" indent="0" algn="l" rtl="0">
                        <a:lnSpc>
                          <a:spcPct val="115000"/>
                        </a:lnSpc>
                        <a:spcBef>
                          <a:spcPts val="0"/>
                        </a:spcBef>
                        <a:spcAft>
                          <a:spcPts val="0"/>
                        </a:spcAft>
                        <a:buClr>
                          <a:schemeClr val="dk1"/>
                        </a:buClr>
                        <a:buSzPts val="1600"/>
                        <a:buFont typeface="Arial"/>
                        <a:buNone/>
                      </a:pPr>
                      <a:r>
                        <a:rPr lang="tr" sz="1800">
                          <a:solidFill>
                            <a:schemeClr val="dk1"/>
                          </a:solidFill>
                          <a:latin typeface="Times New Roman"/>
                          <a:ea typeface="Times New Roman"/>
                          <a:cs typeface="Times New Roman"/>
                          <a:sym typeface="Times New Roman"/>
                        </a:rPr>
                        <a:t>TF-IDF + Logistic Regression </a:t>
                      </a:r>
                      <a:endParaRPr sz="1800"/>
                    </a:p>
                  </a:txBody>
                  <a:tcPr marL="91425" marR="91425" marT="91425" marB="91425">
                    <a:solidFill>
                      <a:srgbClr val="D9D9D9"/>
                    </a:solidFill>
                  </a:tcPr>
                </a:tc>
                <a:tc>
                  <a:txBody>
                    <a:bodyPr/>
                    <a:lstStyle/>
                    <a:p>
                      <a:pPr marL="0" lvl="0" indent="0" algn="l" rtl="0">
                        <a:lnSpc>
                          <a:spcPct val="115000"/>
                        </a:lnSpc>
                        <a:spcBef>
                          <a:spcPts val="0"/>
                        </a:spcBef>
                        <a:spcAft>
                          <a:spcPts val="0"/>
                        </a:spcAft>
                        <a:buClr>
                          <a:schemeClr val="dk1"/>
                        </a:buClr>
                        <a:buSzPts val="1600"/>
                        <a:buFont typeface="Arial"/>
                        <a:buNone/>
                      </a:pPr>
                      <a:r>
                        <a:rPr lang="tr" sz="1800">
                          <a:solidFill>
                            <a:schemeClr val="dk1"/>
                          </a:solidFill>
                          <a:latin typeface="Times New Roman"/>
                          <a:ea typeface="Times New Roman"/>
                          <a:cs typeface="Times New Roman"/>
                          <a:sym typeface="Times New Roman"/>
                        </a:rPr>
                        <a:t>0.50</a:t>
                      </a:r>
                      <a:endParaRPr sz="1800"/>
                    </a:p>
                  </a:txBody>
                  <a:tcPr marL="91425" marR="91425" marT="91425" marB="91425">
                    <a:solidFill>
                      <a:srgbClr val="D9D9D9"/>
                    </a:solidFill>
                  </a:tcPr>
                </a:tc>
                <a:tc>
                  <a:txBody>
                    <a:bodyPr/>
                    <a:lstStyle/>
                    <a:p>
                      <a:pPr marL="0" lvl="0" indent="0" algn="l" rtl="0">
                        <a:lnSpc>
                          <a:spcPct val="115000"/>
                        </a:lnSpc>
                        <a:spcBef>
                          <a:spcPts val="0"/>
                        </a:spcBef>
                        <a:spcAft>
                          <a:spcPts val="0"/>
                        </a:spcAft>
                        <a:buClr>
                          <a:schemeClr val="dk1"/>
                        </a:buClr>
                        <a:buSzPts val="1600"/>
                        <a:buFont typeface="Arial"/>
                        <a:buNone/>
                      </a:pPr>
                      <a:r>
                        <a:rPr lang="tr" sz="1800">
                          <a:solidFill>
                            <a:schemeClr val="dk1"/>
                          </a:solidFill>
                          <a:latin typeface="Times New Roman"/>
                          <a:ea typeface="Times New Roman"/>
                          <a:cs typeface="Times New Roman"/>
                          <a:sym typeface="Times New Roman"/>
                        </a:rPr>
                        <a:t>0.39</a:t>
                      </a:r>
                      <a:endParaRPr sz="1800"/>
                    </a:p>
                  </a:txBody>
                  <a:tcPr marL="91425" marR="91425" marT="91425" marB="91425">
                    <a:solidFill>
                      <a:srgbClr val="D9D9D9"/>
                    </a:solidFill>
                  </a:tcPr>
                </a:tc>
                <a:extLst>
                  <a:ext uri="{0D108BD9-81ED-4DB2-BD59-A6C34878D82A}">
                    <a16:rowId xmlns:a16="http://schemas.microsoft.com/office/drawing/2014/main" val="10002"/>
                  </a:ext>
                </a:extLst>
              </a:tr>
              <a:tr h="519475">
                <a:tc>
                  <a:txBody>
                    <a:bodyPr/>
                    <a:lstStyle/>
                    <a:p>
                      <a:pPr marL="0" lvl="0" indent="0" algn="l" rtl="0">
                        <a:lnSpc>
                          <a:spcPct val="115000"/>
                        </a:lnSpc>
                        <a:spcBef>
                          <a:spcPts val="0"/>
                        </a:spcBef>
                        <a:spcAft>
                          <a:spcPts val="0"/>
                        </a:spcAft>
                        <a:buClr>
                          <a:schemeClr val="dk1"/>
                        </a:buClr>
                        <a:buSzPts val="1600"/>
                        <a:buFont typeface="Arial"/>
                        <a:buNone/>
                      </a:pPr>
                      <a:r>
                        <a:rPr lang="tr" sz="2400">
                          <a:solidFill>
                            <a:schemeClr val="dk1"/>
                          </a:solidFill>
                          <a:latin typeface="Times New Roman"/>
                          <a:ea typeface="Times New Roman"/>
                          <a:cs typeface="Times New Roman"/>
                          <a:sym typeface="Times New Roman"/>
                        </a:rPr>
                        <a:t>Topic </a:t>
                      </a:r>
                      <a:endParaRPr sz="2400"/>
                    </a:p>
                  </a:txBody>
                  <a:tcPr marL="91425" marR="91425" marT="91425" marB="91425"/>
                </a:tc>
                <a:tc>
                  <a:txBody>
                    <a:bodyPr/>
                    <a:lstStyle/>
                    <a:p>
                      <a:pPr marL="0" lvl="0" indent="0" algn="l" rtl="0">
                        <a:lnSpc>
                          <a:spcPct val="115000"/>
                        </a:lnSpc>
                        <a:spcBef>
                          <a:spcPts val="0"/>
                        </a:spcBef>
                        <a:spcAft>
                          <a:spcPts val="0"/>
                        </a:spcAft>
                        <a:buClr>
                          <a:schemeClr val="dk1"/>
                        </a:buClr>
                        <a:buSzPts val="1600"/>
                        <a:buFont typeface="Arial"/>
                        <a:buNone/>
                      </a:pPr>
                      <a:r>
                        <a:rPr lang="tr" sz="1800">
                          <a:solidFill>
                            <a:schemeClr val="dk1"/>
                          </a:solidFill>
                          <a:latin typeface="Times New Roman"/>
                          <a:ea typeface="Times New Roman"/>
                          <a:cs typeface="Times New Roman"/>
                          <a:sym typeface="Times New Roman"/>
                        </a:rPr>
                        <a:t>TF-IDF + Logistic Regression </a:t>
                      </a:r>
                      <a:endParaRPr sz="1800"/>
                    </a:p>
                  </a:txBody>
                  <a:tcPr marL="91425" marR="91425" marT="91425" marB="91425"/>
                </a:tc>
                <a:tc>
                  <a:txBody>
                    <a:bodyPr/>
                    <a:lstStyle/>
                    <a:p>
                      <a:pPr marL="0" lvl="0" indent="0" algn="l" rtl="0">
                        <a:lnSpc>
                          <a:spcPct val="115000"/>
                        </a:lnSpc>
                        <a:spcBef>
                          <a:spcPts val="0"/>
                        </a:spcBef>
                        <a:spcAft>
                          <a:spcPts val="0"/>
                        </a:spcAft>
                        <a:buClr>
                          <a:schemeClr val="dk1"/>
                        </a:buClr>
                        <a:buSzPts val="1600"/>
                        <a:buFont typeface="Arial"/>
                        <a:buNone/>
                      </a:pPr>
                      <a:r>
                        <a:rPr lang="tr" sz="1800">
                          <a:solidFill>
                            <a:schemeClr val="dk1"/>
                          </a:solidFill>
                          <a:latin typeface="Times New Roman"/>
                          <a:ea typeface="Times New Roman"/>
                          <a:cs typeface="Times New Roman"/>
                          <a:sym typeface="Times New Roman"/>
                        </a:rPr>
                        <a:t>0.90</a:t>
                      </a:r>
                      <a:endParaRPr sz="1800"/>
                    </a:p>
                  </a:txBody>
                  <a:tcPr marL="91425" marR="91425" marT="91425" marB="91425"/>
                </a:tc>
                <a:tc>
                  <a:txBody>
                    <a:bodyPr/>
                    <a:lstStyle/>
                    <a:p>
                      <a:pPr marL="0" lvl="0" indent="0" algn="l" rtl="0">
                        <a:lnSpc>
                          <a:spcPct val="115000"/>
                        </a:lnSpc>
                        <a:spcBef>
                          <a:spcPts val="0"/>
                        </a:spcBef>
                        <a:spcAft>
                          <a:spcPts val="0"/>
                        </a:spcAft>
                        <a:buClr>
                          <a:schemeClr val="dk1"/>
                        </a:buClr>
                        <a:buSzPts val="1600"/>
                        <a:buFont typeface="Arial"/>
                        <a:buNone/>
                      </a:pPr>
                      <a:r>
                        <a:rPr lang="tr" sz="1800">
                          <a:solidFill>
                            <a:schemeClr val="dk1"/>
                          </a:solidFill>
                          <a:latin typeface="Times New Roman"/>
                          <a:ea typeface="Times New Roman"/>
                          <a:cs typeface="Times New Roman"/>
                          <a:sym typeface="Times New Roman"/>
                        </a:rPr>
                        <a:t>0.92</a:t>
                      </a:r>
                      <a:endParaRPr sz="1800"/>
                    </a:p>
                  </a:txBody>
                  <a:tcPr marL="91425" marR="91425" marT="91425" marB="91425"/>
                </a:tc>
                <a:extLst>
                  <a:ext uri="{0D108BD9-81ED-4DB2-BD59-A6C34878D82A}">
                    <a16:rowId xmlns:a16="http://schemas.microsoft.com/office/drawing/2014/main" val="10003"/>
                  </a:ext>
                </a:extLst>
              </a:tr>
              <a:tr h="519475">
                <a:tc>
                  <a:txBody>
                    <a:bodyPr/>
                    <a:lstStyle/>
                    <a:p>
                      <a:pPr marL="0" lvl="0" indent="0" algn="l" rtl="0">
                        <a:lnSpc>
                          <a:spcPct val="115000"/>
                        </a:lnSpc>
                        <a:spcBef>
                          <a:spcPts val="0"/>
                        </a:spcBef>
                        <a:spcAft>
                          <a:spcPts val="0"/>
                        </a:spcAft>
                        <a:buClr>
                          <a:schemeClr val="dk1"/>
                        </a:buClr>
                        <a:buSzPts val="1600"/>
                        <a:buFont typeface="Arial"/>
                        <a:buNone/>
                      </a:pPr>
                      <a:r>
                        <a:rPr lang="tr" sz="2400">
                          <a:solidFill>
                            <a:schemeClr val="dk1"/>
                          </a:solidFill>
                          <a:latin typeface="Times New Roman"/>
                          <a:ea typeface="Times New Roman"/>
                          <a:cs typeface="Times New Roman"/>
                          <a:sym typeface="Times New Roman"/>
                        </a:rPr>
                        <a:t>NERC </a:t>
                      </a:r>
                      <a:endParaRPr sz="2400"/>
                    </a:p>
                  </a:txBody>
                  <a:tcPr marL="91425" marR="91425" marT="91425" marB="91425">
                    <a:solidFill>
                      <a:srgbClr val="D9D9D9"/>
                    </a:solidFill>
                  </a:tcPr>
                </a:tc>
                <a:tc>
                  <a:txBody>
                    <a:bodyPr/>
                    <a:lstStyle/>
                    <a:p>
                      <a:pPr marL="0" lvl="0" indent="0" algn="l" rtl="0">
                        <a:lnSpc>
                          <a:spcPct val="115000"/>
                        </a:lnSpc>
                        <a:spcBef>
                          <a:spcPts val="0"/>
                        </a:spcBef>
                        <a:spcAft>
                          <a:spcPts val="0"/>
                        </a:spcAft>
                        <a:buClr>
                          <a:schemeClr val="dk1"/>
                        </a:buClr>
                        <a:buSzPts val="1600"/>
                        <a:buFont typeface="Arial"/>
                        <a:buNone/>
                      </a:pPr>
                      <a:r>
                        <a:rPr lang="tr" sz="1800">
                          <a:solidFill>
                            <a:schemeClr val="dk1"/>
                          </a:solidFill>
                          <a:latin typeface="Times New Roman"/>
                          <a:ea typeface="Times New Roman"/>
                          <a:cs typeface="Times New Roman"/>
                          <a:sym typeface="Times New Roman"/>
                        </a:rPr>
                        <a:t>spaCy en_core_web_sm</a:t>
                      </a:r>
                      <a:endParaRPr sz="1800"/>
                    </a:p>
                  </a:txBody>
                  <a:tcPr marL="91425" marR="91425" marT="91425" marB="91425">
                    <a:solidFill>
                      <a:srgbClr val="D9D9D9"/>
                    </a:solidFill>
                  </a:tcPr>
                </a:tc>
                <a:tc>
                  <a:txBody>
                    <a:bodyPr/>
                    <a:lstStyle/>
                    <a:p>
                      <a:pPr marL="0" lvl="0" indent="0" algn="l" rtl="0">
                        <a:lnSpc>
                          <a:spcPct val="115000"/>
                        </a:lnSpc>
                        <a:spcBef>
                          <a:spcPts val="0"/>
                        </a:spcBef>
                        <a:spcAft>
                          <a:spcPts val="0"/>
                        </a:spcAft>
                        <a:buClr>
                          <a:schemeClr val="dk1"/>
                        </a:buClr>
                        <a:buSzPts val="1600"/>
                        <a:buFont typeface="Arial"/>
                        <a:buNone/>
                      </a:pPr>
                      <a:r>
                        <a:rPr lang="tr" sz="1800">
                          <a:solidFill>
                            <a:schemeClr val="dk1"/>
                          </a:solidFill>
                          <a:latin typeface="Times New Roman"/>
                          <a:ea typeface="Times New Roman"/>
                          <a:cs typeface="Times New Roman"/>
                          <a:sym typeface="Times New Roman"/>
                        </a:rPr>
                        <a:t>0.97</a:t>
                      </a:r>
                      <a:endParaRPr sz="1800"/>
                    </a:p>
                  </a:txBody>
                  <a:tcPr marL="91425" marR="91425" marT="91425" marB="91425">
                    <a:solidFill>
                      <a:srgbClr val="D9D9D9"/>
                    </a:solidFill>
                  </a:tcPr>
                </a:tc>
                <a:tc>
                  <a:txBody>
                    <a:bodyPr/>
                    <a:lstStyle/>
                    <a:p>
                      <a:pPr marL="0" lvl="0" indent="0" algn="l" rtl="0">
                        <a:lnSpc>
                          <a:spcPct val="115000"/>
                        </a:lnSpc>
                        <a:spcBef>
                          <a:spcPts val="0"/>
                        </a:spcBef>
                        <a:spcAft>
                          <a:spcPts val="0"/>
                        </a:spcAft>
                        <a:buClr>
                          <a:schemeClr val="dk1"/>
                        </a:buClr>
                        <a:buSzPts val="1600"/>
                        <a:buFont typeface="Arial"/>
                        <a:buNone/>
                      </a:pPr>
                      <a:r>
                        <a:rPr lang="tr" sz="1800">
                          <a:solidFill>
                            <a:schemeClr val="dk1"/>
                          </a:solidFill>
                          <a:latin typeface="Times New Roman"/>
                          <a:ea typeface="Times New Roman"/>
                          <a:cs typeface="Times New Roman"/>
                          <a:sym typeface="Times New Roman"/>
                        </a:rPr>
                        <a:t>0.87</a:t>
                      </a:r>
                      <a:endParaRPr sz="1800"/>
                    </a:p>
                  </a:txBody>
                  <a:tcPr marL="91425" marR="91425" marT="91425" marB="91425">
                    <a:solidFill>
                      <a:srgbClr val="D9D9D9"/>
                    </a:solidFill>
                  </a:tcPr>
                </a:tc>
                <a:extLst>
                  <a:ext uri="{0D108BD9-81ED-4DB2-BD59-A6C34878D82A}">
                    <a16:rowId xmlns:a16="http://schemas.microsoft.com/office/drawing/2014/main" val="10004"/>
                  </a:ext>
                </a:extLst>
              </a:tr>
            </a:tbl>
          </a:graphicData>
        </a:graphic>
      </p:graphicFrame>
      <p:sp>
        <p:nvSpPr>
          <p:cNvPr id="71" name="Google Shape;71;p1"/>
          <p:cNvSpPr txBox="1"/>
          <p:nvPr/>
        </p:nvSpPr>
        <p:spPr>
          <a:xfrm>
            <a:off x="484075" y="29201000"/>
            <a:ext cx="7493700" cy="967200"/>
          </a:xfrm>
          <a:prstGeom prst="rect">
            <a:avLst/>
          </a:prstGeom>
          <a:solidFill>
            <a:schemeClr val="lt1"/>
          </a:solidFill>
          <a:ln>
            <a:noFill/>
          </a:ln>
        </p:spPr>
        <p:txBody>
          <a:bodyPr spcFirstLastPara="1" wrap="square" lIns="91425" tIns="91425" rIns="91425" bIns="91425" anchor="t" anchorCtr="0">
            <a:noAutofit/>
          </a:bodyPr>
          <a:lstStyle/>
          <a:p>
            <a:pPr marL="0" lvl="0" indent="0" algn="l" rtl="0">
              <a:lnSpc>
                <a:spcPct val="115000"/>
              </a:lnSpc>
              <a:spcBef>
                <a:spcPts val="200"/>
              </a:spcBef>
              <a:spcAft>
                <a:spcPts val="0"/>
              </a:spcAft>
              <a:buClr>
                <a:schemeClr val="dk1"/>
              </a:buClr>
              <a:buSzPts val="1400"/>
              <a:buFont typeface="Arial"/>
              <a:buNone/>
            </a:pPr>
            <a:r>
              <a:rPr lang="tr" sz="1600" i="1">
                <a:solidFill>
                  <a:schemeClr val="dk2"/>
                </a:solidFill>
                <a:latin typeface="Times New Roman"/>
                <a:ea typeface="Times New Roman"/>
                <a:cs typeface="Times New Roman"/>
                <a:sym typeface="Times New Roman"/>
              </a:rPr>
              <a:t>Table 1: Performance of all systems on the official course test sets. Evaluation metrics are overall accuracy and macro-averaged F1. Sentiment analysis is the only task where two systems are compared.</a:t>
            </a:r>
            <a:endParaRPr sz="6700">
              <a:solidFill>
                <a:schemeClr val="dk2"/>
              </a:solidFill>
            </a:endParaRPr>
          </a:p>
        </p:txBody>
      </p:sp>
      <p:sp>
        <p:nvSpPr>
          <p:cNvPr id="72" name="Google Shape;72;p1"/>
          <p:cNvSpPr txBox="1"/>
          <p:nvPr/>
        </p:nvSpPr>
        <p:spPr>
          <a:xfrm>
            <a:off x="10979250" y="6678009"/>
            <a:ext cx="9920700" cy="539400"/>
          </a:xfrm>
          <a:prstGeom prst="rect">
            <a:avLst/>
          </a:prstGeom>
          <a:solidFill>
            <a:srgbClr val="9EC0D5"/>
          </a:solidFill>
          <a:ln>
            <a:noFill/>
          </a:ln>
        </p:spPr>
        <p:txBody>
          <a:bodyPr spcFirstLastPara="1" wrap="square" lIns="76825" tIns="38400" rIns="76825" bIns="38400" anchor="t" anchorCtr="0">
            <a:spAutoFit/>
          </a:bodyPr>
          <a:lstStyle/>
          <a:p>
            <a:pPr marL="0" marR="0" lvl="0" indent="0" algn="ctr" rtl="0">
              <a:lnSpc>
                <a:spcPct val="100000"/>
              </a:lnSpc>
              <a:spcBef>
                <a:spcPts val="0"/>
              </a:spcBef>
              <a:spcAft>
                <a:spcPts val="0"/>
              </a:spcAft>
              <a:buClr>
                <a:srgbClr val="000000"/>
              </a:buClr>
              <a:buSzPts val="3000"/>
              <a:buFont typeface="Arial"/>
              <a:buNone/>
            </a:pPr>
            <a:r>
              <a:rPr lang="tr" sz="3000" b="1">
                <a:solidFill>
                  <a:schemeClr val="dk1"/>
                </a:solidFill>
                <a:latin typeface="Times New Roman"/>
                <a:ea typeface="Times New Roman"/>
                <a:cs typeface="Times New Roman"/>
                <a:sym typeface="Times New Roman"/>
              </a:rPr>
              <a:t>Error Analysis</a:t>
            </a:r>
            <a:r>
              <a:rPr lang="tr" sz="1100">
                <a:solidFill>
                  <a:schemeClr val="dk1"/>
                </a:solidFill>
              </a:rPr>
              <a:t> </a:t>
            </a:r>
            <a:endParaRPr sz="1200" b="0" i="0" u="none" strike="noStrike" cap="none">
              <a:solidFill>
                <a:srgbClr val="000000"/>
              </a:solidFill>
              <a:latin typeface="Times New Roman"/>
              <a:ea typeface="Times New Roman"/>
              <a:cs typeface="Times New Roman"/>
              <a:sym typeface="Times New Roman"/>
            </a:endParaRPr>
          </a:p>
        </p:txBody>
      </p:sp>
      <p:sp>
        <p:nvSpPr>
          <p:cNvPr id="73" name="Google Shape;73;p1"/>
          <p:cNvSpPr txBox="1"/>
          <p:nvPr/>
        </p:nvSpPr>
        <p:spPr>
          <a:xfrm>
            <a:off x="11304675" y="11148880"/>
            <a:ext cx="9148800" cy="8158800"/>
          </a:xfrm>
          <a:prstGeom prst="rect">
            <a:avLst/>
          </a:prstGeom>
          <a:solidFill>
            <a:schemeClr val="lt1"/>
          </a:solidFill>
          <a:ln>
            <a:noFill/>
          </a:ln>
        </p:spPr>
        <p:txBody>
          <a:bodyPr spcFirstLastPara="1" wrap="square" lIns="91425" tIns="91425" rIns="91425" bIns="91425" anchor="t" anchorCtr="0">
            <a:noAutofit/>
          </a:bodyPr>
          <a:lstStyle/>
          <a:p>
            <a:pPr marL="0" lvl="0" indent="0" algn="just" rtl="0">
              <a:spcBef>
                <a:spcPts val="0"/>
              </a:spcBef>
              <a:spcAft>
                <a:spcPts val="0"/>
              </a:spcAft>
              <a:buClr>
                <a:schemeClr val="dk1"/>
              </a:buClr>
              <a:buSzPts val="1100"/>
              <a:buFont typeface="Arial"/>
              <a:buNone/>
            </a:pPr>
            <a:r>
              <a:rPr lang="tr" sz="3200" dirty="0">
                <a:solidFill>
                  <a:schemeClr val="dk1"/>
                </a:solidFill>
                <a:latin typeface="Times New Roman"/>
                <a:ea typeface="Times New Roman"/>
                <a:cs typeface="Times New Roman"/>
                <a:sym typeface="Times New Roman"/>
              </a:rPr>
              <a:t>Discussion</a:t>
            </a:r>
            <a:endParaRPr sz="3200" dirty="0">
              <a:solidFill>
                <a:schemeClr val="dk1"/>
              </a:solidFill>
              <a:latin typeface="Times New Roman"/>
              <a:ea typeface="Times New Roman"/>
              <a:cs typeface="Times New Roman"/>
              <a:sym typeface="Times New Roman"/>
            </a:endParaRPr>
          </a:p>
          <a:p>
            <a:pPr marL="0" lvl="0" indent="0" algn="just" rtl="0">
              <a:spcBef>
                <a:spcPts val="0"/>
              </a:spcBef>
              <a:spcAft>
                <a:spcPts val="0"/>
              </a:spcAft>
              <a:buNone/>
            </a:pPr>
            <a:r>
              <a:rPr lang="tr" sz="1800" dirty="0">
                <a:solidFill>
                  <a:schemeClr val="dk1"/>
                </a:solidFill>
                <a:latin typeface="Times New Roman"/>
                <a:ea typeface="Times New Roman"/>
                <a:cs typeface="Times New Roman"/>
                <a:sym typeface="Times New Roman"/>
              </a:rPr>
              <a:t>For sentiment analysis, accuracy and F1-scores were relatively low. VADER outperformed TF-IDF on sentiment analysis, both in accuracy and F1-score. This could indicate that the training data did not generalize well to the test data. TF-IDF performed very well on topic classification, with an accuracy of 0.90 and a F1-score of 0.92. NERC also performed well, with an accuracy of 0.97 and a F1-score of 0.87. The high NERc score should be interpreted carefully because most tokens are labelled as O. This infaltes accuracy while, macro F1 is more inofrmative since it reflects performance through the entity classes. Remaining NERc errors mainly involve boundray and type mismatches caused by mapping spaCy’s entity categories tonthe course label set.</a:t>
            </a:r>
            <a:endParaRPr sz="1800" dirty="0">
              <a:solidFill>
                <a:schemeClr val="dk1"/>
              </a:solidFill>
              <a:latin typeface="Times New Roman"/>
              <a:ea typeface="Times New Roman"/>
              <a:cs typeface="Times New Roman"/>
              <a:sym typeface="Times New Roman"/>
            </a:endParaRPr>
          </a:p>
          <a:p>
            <a:pPr marL="0" lvl="0" indent="0" algn="just" rtl="0">
              <a:spcBef>
                <a:spcPts val="0"/>
              </a:spcBef>
              <a:spcAft>
                <a:spcPts val="0"/>
              </a:spcAft>
              <a:buNone/>
            </a:pPr>
            <a:r>
              <a:rPr lang="tr" sz="3200" dirty="0">
                <a:solidFill>
                  <a:schemeClr val="dk1"/>
                </a:solidFill>
                <a:latin typeface="Times New Roman"/>
                <a:ea typeface="Times New Roman"/>
                <a:cs typeface="Times New Roman"/>
                <a:sym typeface="Times New Roman"/>
              </a:rPr>
              <a:t>Limitations</a:t>
            </a:r>
            <a:endParaRPr sz="1800" dirty="0">
              <a:solidFill>
                <a:schemeClr val="dk1"/>
              </a:solidFill>
              <a:latin typeface="Times New Roman"/>
              <a:ea typeface="Times New Roman"/>
              <a:cs typeface="Times New Roman"/>
              <a:sym typeface="Times New Roman"/>
            </a:endParaRPr>
          </a:p>
          <a:p>
            <a:pPr marL="0" lvl="0" indent="0" algn="just" rtl="0">
              <a:spcBef>
                <a:spcPts val="0"/>
              </a:spcBef>
              <a:spcAft>
                <a:spcPts val="0"/>
              </a:spcAft>
              <a:buNone/>
            </a:pPr>
            <a:r>
              <a:rPr lang="tr" sz="1800" dirty="0">
                <a:solidFill>
                  <a:schemeClr val="dk1"/>
                </a:solidFill>
                <a:latin typeface="Times New Roman"/>
                <a:ea typeface="Times New Roman"/>
                <a:cs typeface="Times New Roman"/>
                <a:sym typeface="Times New Roman"/>
              </a:rPr>
              <a:t>For our sentiment classification training data, the neutral sentiment examples came exclusively from the Kindle dataset. This might have caused a bias. Another limitation was that the course only uses 4 labels (PER, ORG, LOC, MISC), while spaCy’s en_core_web_sm has many entity types. Mapping these entity types to only 4 labels might have had a negative impact on spaCy’s F1-score. Last, TF-IDF treats text as a bag of words, which removes the order of the words. This can be detrimental for sentiment classification, where negation and context matter.</a:t>
            </a:r>
            <a:endParaRPr sz="1800" dirty="0">
              <a:solidFill>
                <a:schemeClr val="dk1"/>
              </a:solidFill>
              <a:latin typeface="Times New Roman"/>
              <a:ea typeface="Times New Roman"/>
              <a:cs typeface="Times New Roman"/>
              <a:sym typeface="Times New Roman"/>
            </a:endParaRPr>
          </a:p>
          <a:p>
            <a:pPr marL="0" lvl="0" indent="0" algn="just" rtl="0">
              <a:spcBef>
                <a:spcPts val="0"/>
              </a:spcBef>
              <a:spcAft>
                <a:spcPts val="0"/>
              </a:spcAft>
              <a:buNone/>
            </a:pPr>
            <a:endParaRPr sz="1800" dirty="0">
              <a:solidFill>
                <a:schemeClr val="dk1"/>
              </a:solidFill>
              <a:latin typeface="Times New Roman"/>
              <a:ea typeface="Times New Roman"/>
              <a:cs typeface="Times New Roman"/>
              <a:sym typeface="Times New Roman"/>
            </a:endParaRPr>
          </a:p>
          <a:p>
            <a:pPr marL="0" lvl="0" indent="0" algn="just" rtl="0">
              <a:spcBef>
                <a:spcPts val="0"/>
              </a:spcBef>
              <a:spcAft>
                <a:spcPts val="0"/>
              </a:spcAft>
              <a:buNone/>
            </a:pPr>
            <a:r>
              <a:rPr lang="tr" sz="3200" dirty="0">
                <a:solidFill>
                  <a:schemeClr val="dk1"/>
                </a:solidFill>
                <a:latin typeface="Times New Roman"/>
                <a:ea typeface="Times New Roman"/>
                <a:cs typeface="Times New Roman"/>
                <a:sym typeface="Times New Roman"/>
              </a:rPr>
              <a:t>Conclusion</a:t>
            </a:r>
            <a:endParaRPr sz="32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tr" sz="1800" dirty="0">
                <a:solidFill>
                  <a:schemeClr val="dk1"/>
                </a:solidFill>
                <a:latin typeface="Times New Roman"/>
                <a:ea typeface="Times New Roman"/>
                <a:cs typeface="Times New Roman"/>
                <a:sym typeface="Times New Roman"/>
              </a:rPr>
              <a:t>Three NLP tasks were evaluated in this project: sentiment analysis, topic classification, and NERC. Topic classification and NERC performed well, with F1-scores of 0.92 and 0.87 respectively. However, sentiment classification was more challenging. VADER outperformed the trained TF-IDF + Logistic Regression classifier, indicating that domain mismatch and the loss of word order in bag-of-words representations negatively impacted performance on opinion-heavy text. Future work could address these limitations by using models such as BERT, which capture word order and context. Incorporating more diverse training data for sentiment classes could also help increase performance in future projects.</a:t>
            </a:r>
            <a:endParaRPr sz="18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sz="18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endParaRPr sz="1800" dirty="0">
              <a:solidFill>
                <a:schemeClr val="dk1"/>
              </a:solidFill>
              <a:latin typeface="Times New Roman"/>
              <a:ea typeface="Times New Roman"/>
              <a:cs typeface="Times New Roman"/>
              <a:sym typeface="Times New Roman"/>
            </a:endParaRPr>
          </a:p>
        </p:txBody>
      </p:sp>
      <p:sp>
        <p:nvSpPr>
          <p:cNvPr id="74" name="Google Shape;74;p1"/>
          <p:cNvSpPr txBox="1"/>
          <p:nvPr/>
        </p:nvSpPr>
        <p:spPr>
          <a:xfrm>
            <a:off x="11425650" y="7377850"/>
            <a:ext cx="9027900" cy="24114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200"/>
              </a:spcBef>
              <a:spcAft>
                <a:spcPts val="0"/>
              </a:spcAft>
              <a:buClr>
                <a:schemeClr val="dk1"/>
              </a:buClr>
              <a:buSzPts val="1600"/>
              <a:buFont typeface="Arial"/>
              <a:buNone/>
            </a:pPr>
            <a:r>
              <a:rPr lang="tr" sz="1800" dirty="0">
                <a:solidFill>
                  <a:schemeClr val="dk1"/>
                </a:solidFill>
                <a:latin typeface="Times New Roman"/>
                <a:ea typeface="Times New Roman"/>
                <a:cs typeface="Times New Roman"/>
                <a:sym typeface="Times New Roman"/>
              </a:rPr>
              <a:t>Due to domain mismatch the classifier was trained on movie, restaurant, and book reviews, which do not match the style of the test sentences. VADER performed better on sentiment than the TF-IDF + Logistic regression classifier (F1: 0.56 vs 0.39). Without depending on domain-specific terminology, VADER’s rule-based method effectively handles negations and intensifiers (such as ”not good” and “very bad”). Neutral sentences, a type that is under-represented in IMDB and restaurants training data and is by nature opinion-heavy, were particularly difficult for the TF-IDF model to handle. </a:t>
            </a:r>
            <a:endParaRPr sz="18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sz="6500" dirty="0">
              <a:solidFill>
                <a:schemeClr val="dk2"/>
              </a:solidFill>
            </a:endParaRPr>
          </a:p>
        </p:txBody>
      </p:sp>
      <p:sp>
        <p:nvSpPr>
          <p:cNvPr id="75" name="Google Shape;75;p1"/>
          <p:cNvSpPr txBox="1"/>
          <p:nvPr/>
        </p:nvSpPr>
        <p:spPr>
          <a:xfrm>
            <a:off x="10979250" y="26457080"/>
            <a:ext cx="9920700" cy="2411400"/>
          </a:xfrm>
          <a:prstGeom prst="rect">
            <a:avLst/>
          </a:prstGeom>
          <a:solidFill>
            <a:schemeClr val="lt1"/>
          </a:solidFill>
          <a:ln>
            <a:noFill/>
          </a:ln>
        </p:spPr>
        <p:txBody>
          <a:bodyPr spcFirstLastPara="1" wrap="square" lIns="91425" tIns="91425" rIns="91425" bIns="91425" anchor="t" anchorCtr="0">
            <a:noAutofit/>
          </a:bodyPr>
          <a:lstStyle/>
          <a:p>
            <a:pPr marL="457200" marR="0" lvl="0" indent="-342900" algn="l" rtl="0">
              <a:lnSpc>
                <a:spcPct val="100000"/>
              </a:lnSpc>
              <a:spcBef>
                <a:spcPts val="0"/>
              </a:spcBef>
              <a:spcAft>
                <a:spcPts val="0"/>
              </a:spcAft>
              <a:buSzPts val="1800"/>
              <a:buFont typeface="Times New Roman"/>
              <a:buChar char="●"/>
            </a:pPr>
            <a:r>
              <a:rPr lang="tr" sz="1800">
                <a:solidFill>
                  <a:schemeClr val="dk2"/>
                </a:solidFill>
                <a:latin typeface="Times New Roman"/>
                <a:ea typeface="Times New Roman"/>
                <a:cs typeface="Times New Roman"/>
                <a:sym typeface="Times New Roman"/>
              </a:rPr>
              <a:t>IMDb reviews, Hugging Face: stanfordnlp/imdb:  </a:t>
            </a:r>
            <a:r>
              <a:rPr lang="tr" sz="1800" u="sng">
                <a:solidFill>
                  <a:schemeClr val="hlink"/>
                </a:solidFill>
                <a:latin typeface="Times New Roman"/>
                <a:ea typeface="Times New Roman"/>
                <a:cs typeface="Times New Roman"/>
                <a:sym typeface="Times New Roman"/>
                <a:hlinkClick r:id="rId3"/>
              </a:rPr>
              <a:t>https://huggingface.co/datasets/stanfordnlp/imdb</a:t>
            </a:r>
            <a:endParaRPr sz="1800">
              <a:solidFill>
                <a:schemeClr val="dk2"/>
              </a:solidFill>
              <a:latin typeface="Times New Roman"/>
              <a:ea typeface="Times New Roman"/>
              <a:cs typeface="Times New Roman"/>
              <a:sym typeface="Times New Roman"/>
            </a:endParaRPr>
          </a:p>
          <a:p>
            <a:pPr marL="457200" marR="0" lvl="0" indent="-342900" algn="l" rtl="0">
              <a:lnSpc>
                <a:spcPct val="100000"/>
              </a:lnSpc>
              <a:spcBef>
                <a:spcPts val="0"/>
              </a:spcBef>
              <a:spcAft>
                <a:spcPts val="0"/>
              </a:spcAft>
              <a:buSzPts val="1800"/>
              <a:buFont typeface="Times New Roman"/>
              <a:buChar char="●"/>
            </a:pPr>
            <a:r>
              <a:rPr lang="tr" sz="1800">
                <a:solidFill>
                  <a:schemeClr val="dk2"/>
                </a:solidFill>
                <a:latin typeface="Times New Roman"/>
                <a:ea typeface="Times New Roman"/>
                <a:cs typeface="Times New Roman"/>
                <a:sym typeface="Times New Roman"/>
              </a:rPr>
              <a:t>Restaurant reviews, Kaggle: ziadmostafa1/restaurant-reviews:  </a:t>
            </a:r>
            <a:r>
              <a:rPr lang="tr" sz="1800" u="sng">
                <a:solidFill>
                  <a:schemeClr val="hlink"/>
                </a:solidFill>
                <a:latin typeface="Times New Roman"/>
                <a:ea typeface="Times New Roman"/>
                <a:cs typeface="Times New Roman"/>
                <a:sym typeface="Times New Roman"/>
                <a:hlinkClick r:id="rId4"/>
              </a:rPr>
              <a:t>https://www.kaggle.com/datasets/ziadmostafa1/restaurant-reviews</a:t>
            </a:r>
            <a:r>
              <a:rPr lang="tr" sz="1800">
                <a:solidFill>
                  <a:schemeClr val="dk2"/>
                </a:solidFill>
                <a:latin typeface="Times New Roman"/>
                <a:ea typeface="Times New Roman"/>
                <a:cs typeface="Times New Roman"/>
                <a:sym typeface="Times New Roman"/>
              </a:rPr>
              <a:t> </a:t>
            </a:r>
            <a:endParaRPr sz="1800">
              <a:solidFill>
                <a:schemeClr val="dk2"/>
              </a:solidFill>
              <a:latin typeface="Times New Roman"/>
              <a:ea typeface="Times New Roman"/>
              <a:cs typeface="Times New Roman"/>
              <a:sym typeface="Times New Roman"/>
            </a:endParaRPr>
          </a:p>
          <a:p>
            <a:pPr marL="457200" marR="0" lvl="0" indent="-342900" algn="l" rtl="0">
              <a:lnSpc>
                <a:spcPct val="100000"/>
              </a:lnSpc>
              <a:spcBef>
                <a:spcPts val="0"/>
              </a:spcBef>
              <a:spcAft>
                <a:spcPts val="0"/>
              </a:spcAft>
              <a:buClr>
                <a:schemeClr val="dk2"/>
              </a:buClr>
              <a:buSzPts val="1800"/>
              <a:buFont typeface="Times New Roman"/>
              <a:buChar char="●"/>
            </a:pPr>
            <a:r>
              <a:rPr lang="tr" sz="1800">
                <a:solidFill>
                  <a:schemeClr val="dk2"/>
                </a:solidFill>
                <a:latin typeface="Times New Roman"/>
                <a:ea typeface="Times New Roman"/>
                <a:cs typeface="Times New Roman"/>
                <a:sym typeface="Times New Roman"/>
              </a:rPr>
              <a:t>Amazon Kindle book reviews, Kaggle: meetnagadia/amazon-kindle-book-review-for-sentiment-analysis: </a:t>
            </a:r>
            <a:r>
              <a:rPr lang="tr" sz="1800" u="sng">
                <a:solidFill>
                  <a:schemeClr val="hlink"/>
                </a:solidFill>
                <a:latin typeface="Times New Roman"/>
                <a:ea typeface="Times New Roman"/>
                <a:cs typeface="Times New Roman"/>
                <a:sym typeface="Times New Roman"/>
                <a:hlinkClick r:id="rId5"/>
              </a:rPr>
              <a:t>https://www.kaggle.com/datasets/meetnagadia/amazon-kindle-book-review-for-sentiment-analysis</a:t>
            </a:r>
            <a:endParaRPr sz="1800">
              <a:solidFill>
                <a:schemeClr val="dk2"/>
              </a:solidFill>
              <a:latin typeface="Times New Roman"/>
              <a:ea typeface="Times New Roman"/>
              <a:cs typeface="Times New Roman"/>
              <a:sym typeface="Times New Roman"/>
            </a:endParaRPr>
          </a:p>
        </p:txBody>
      </p:sp>
      <p:sp>
        <p:nvSpPr>
          <p:cNvPr id="76" name="Google Shape;76;p1"/>
          <p:cNvSpPr txBox="1"/>
          <p:nvPr/>
        </p:nvSpPr>
        <p:spPr>
          <a:xfrm>
            <a:off x="10979250" y="25810764"/>
            <a:ext cx="9920700" cy="539400"/>
          </a:xfrm>
          <a:prstGeom prst="rect">
            <a:avLst/>
          </a:prstGeom>
          <a:solidFill>
            <a:srgbClr val="9EC0D5"/>
          </a:solidFill>
          <a:ln>
            <a:noFill/>
          </a:ln>
        </p:spPr>
        <p:txBody>
          <a:bodyPr spcFirstLastPara="1" wrap="square" lIns="76825" tIns="38400" rIns="76825" bIns="38400" anchor="t" anchorCtr="0">
            <a:spAutoFit/>
          </a:bodyPr>
          <a:lstStyle/>
          <a:p>
            <a:pPr marL="0" marR="0" lvl="0" indent="0" algn="ctr" rtl="0">
              <a:lnSpc>
                <a:spcPct val="100000"/>
              </a:lnSpc>
              <a:spcBef>
                <a:spcPts val="0"/>
              </a:spcBef>
              <a:spcAft>
                <a:spcPts val="0"/>
              </a:spcAft>
              <a:buClr>
                <a:srgbClr val="000000"/>
              </a:buClr>
              <a:buSzPts val="3000"/>
              <a:buFont typeface="Arial"/>
              <a:buNone/>
            </a:pPr>
            <a:r>
              <a:rPr lang="tr" sz="3000" b="1">
                <a:solidFill>
                  <a:schemeClr val="dk1"/>
                </a:solidFill>
                <a:latin typeface="Times New Roman"/>
                <a:ea typeface="Times New Roman"/>
                <a:cs typeface="Times New Roman"/>
                <a:sym typeface="Times New Roman"/>
              </a:rPr>
              <a:t>References</a:t>
            </a:r>
            <a:r>
              <a:rPr lang="tr" sz="1100">
                <a:solidFill>
                  <a:schemeClr val="dk1"/>
                </a:solidFill>
              </a:rPr>
              <a:t> </a:t>
            </a:r>
            <a:endParaRPr sz="120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324</TotalTime>
  <Words>1149</Words>
  <Application>Microsoft Macintosh PowerPoint</Application>
  <PresentationFormat>Custom</PresentationFormat>
  <Paragraphs>122</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Times New Roman</vt:lpstr>
      <vt:lpstr>Simple Light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Akay, D. (Doruk)</cp:lastModifiedBy>
  <cp:revision>6</cp:revision>
  <dcterms:modified xsi:type="dcterms:W3CDTF">2026-05-29T15:24:52Z</dcterms:modified>
</cp:coreProperties>
</file>